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79" r:id="rId4"/>
    <p:sldId id="278" r:id="rId5"/>
    <p:sldId id="285" r:id="rId6"/>
    <p:sldId id="281" r:id="rId7"/>
    <p:sldId id="258" r:id="rId8"/>
    <p:sldId id="260" r:id="rId9"/>
    <p:sldId id="273" r:id="rId10"/>
    <p:sldId id="284" r:id="rId11"/>
    <p:sldId id="283" r:id="rId12"/>
    <p:sldId id="265" r:id="rId13"/>
    <p:sldId id="274" r:id="rId14"/>
    <p:sldId id="268" r:id="rId15"/>
    <p:sldId id="286" r:id="rId16"/>
    <p:sldId id="282" r:id="rId17"/>
  </p:sldIdLst>
  <p:sldSz cx="9144000" cy="5143500" type="screen16x9"/>
  <p:notesSz cx="6858000" cy="9144000"/>
  <p:embeddedFontLst>
    <p:embeddedFont>
      <p:font typeface="Montserrat SemiBold" panose="020B0604020202020204" charset="0"/>
      <p:regular r:id="rId19"/>
      <p:bold r:id="rId20"/>
      <p:italic r:id="rId21"/>
      <p:boldItalic r:id="rId22"/>
    </p:embeddedFont>
    <p:embeddedFont>
      <p:font typeface="Montserrat Medium" panose="020B0604020202020204" charset="0"/>
      <p:regular r:id="rId23"/>
      <p:bold r:id="rId24"/>
      <p:italic r:id="rId25"/>
      <p:boldItalic r:id="rId26"/>
    </p:embeddedFont>
    <p:embeddedFont>
      <p:font typeface="Montserrat Light" panose="020B0604020202020204" charset="0"/>
      <p:regular r:id="rId27"/>
      <p:bold r:id="rId28"/>
      <p:italic r:id="rId29"/>
      <p:boldItalic r:id="rId30"/>
    </p:embeddedFont>
    <p:embeddedFont>
      <p:font typeface="Oswald"/>
      <p:regular r:id="rId31"/>
      <p:bold r:id="rId32"/>
    </p:embeddedFont>
    <p:embeddedFont>
      <p:font typeface="Montserrat" panose="020B0604020202020204" charset="0"/>
      <p:regular r:id="rId33"/>
      <p:bold r:id="rId34"/>
      <p:italic r:id="rId35"/>
      <p:boldItalic r:id="rId36"/>
    </p:embeddedFont>
    <p:embeddedFont>
      <p:font typeface="Playfair Display"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2F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07996D-6F95-45BD-9F09-05CC6B0C854D}">
  <a:tblStyle styleId="{FA07996D-6F95-45BD-9F09-05CC6B0C854D}" styleName="Table_0">
    <a:wholeTbl>
      <a:tcTxStyle>
        <a:font>
          <a:latin typeface="Arial"/>
          <a:ea typeface="Arial"/>
          <a:cs typeface="Arial"/>
        </a:font>
        <a:srgbClr val="000000"/>
      </a:tcTxStyle>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62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A3B68A-A7A0-4FDD-8CCB-27D89CBB7F5F}" type="doc">
      <dgm:prSet loTypeId="urn:microsoft.com/office/officeart/2005/8/layout/list1" loCatId="list" qsTypeId="urn:microsoft.com/office/officeart/2005/8/quickstyle/simple1" qsCatId="simple" csTypeId="urn:microsoft.com/office/officeart/2005/8/colors/accent3_5" csCatId="accent3" phldr="1"/>
      <dgm:spPr/>
      <dgm:t>
        <a:bodyPr/>
        <a:lstStyle/>
        <a:p>
          <a:endParaRPr lang="en-US"/>
        </a:p>
      </dgm:t>
    </dgm:pt>
    <dgm:pt modelId="{42F77F59-0894-440A-8D7A-524A2BDC169A}">
      <dgm:prSet phldrT="[Text]"/>
      <dgm:spPr>
        <a:solidFill>
          <a:srgbClr val="E92F4A"/>
        </a:solidFill>
      </dgm:spPr>
      <dgm:t>
        <a:bodyPr/>
        <a:lstStyle/>
        <a:p>
          <a:r>
            <a:rPr lang="en-US" dirty="0">
              <a:solidFill>
                <a:schemeClr val="bg1"/>
              </a:solidFill>
            </a:rPr>
            <a:t>Tewodros Hailegeberel</a:t>
          </a:r>
        </a:p>
      </dgm:t>
    </dgm:pt>
    <dgm:pt modelId="{6E4C7F49-7636-46E8-9B95-402B7E180CAD}" type="parTrans" cxnId="{D22602AE-296A-4184-996B-E41F824B5E66}">
      <dgm:prSet/>
      <dgm:spPr/>
      <dgm:t>
        <a:bodyPr/>
        <a:lstStyle/>
        <a:p>
          <a:endParaRPr lang="en-US">
            <a:solidFill>
              <a:srgbClr val="FF0000"/>
            </a:solidFill>
          </a:endParaRPr>
        </a:p>
      </dgm:t>
    </dgm:pt>
    <dgm:pt modelId="{AB8CF277-943A-4B1A-992F-8DAFD5FB0BB9}" type="sibTrans" cxnId="{D22602AE-296A-4184-996B-E41F824B5E66}">
      <dgm:prSet/>
      <dgm:spPr/>
      <dgm:t>
        <a:bodyPr/>
        <a:lstStyle/>
        <a:p>
          <a:endParaRPr lang="en-US">
            <a:solidFill>
              <a:srgbClr val="FF0000"/>
            </a:solidFill>
          </a:endParaRPr>
        </a:p>
      </dgm:t>
    </dgm:pt>
    <dgm:pt modelId="{77A16381-F867-4748-BA28-C182DBBB7C09}">
      <dgm:prSet phldrT="[Text]"/>
      <dgm:spPr>
        <a:solidFill>
          <a:srgbClr val="E92F4A"/>
        </a:solidFill>
      </dgm:spPr>
      <dgm:t>
        <a:bodyPr/>
        <a:lstStyle/>
        <a:p>
          <a:r>
            <a:rPr lang="en-US">
              <a:solidFill>
                <a:schemeClr val="bg1"/>
              </a:solidFill>
            </a:rPr>
            <a:t>Tewodros Nega</a:t>
          </a:r>
          <a:endParaRPr lang="en-US" dirty="0">
            <a:solidFill>
              <a:schemeClr val="bg1"/>
            </a:solidFill>
          </a:endParaRPr>
        </a:p>
      </dgm:t>
    </dgm:pt>
    <dgm:pt modelId="{143ADE49-EE36-4099-9292-BA43735B6BDA}" type="parTrans" cxnId="{9640015C-1ABD-42A5-B252-DE66710C6266}">
      <dgm:prSet/>
      <dgm:spPr/>
      <dgm:t>
        <a:bodyPr/>
        <a:lstStyle/>
        <a:p>
          <a:endParaRPr lang="en-US">
            <a:solidFill>
              <a:srgbClr val="FF0000"/>
            </a:solidFill>
          </a:endParaRPr>
        </a:p>
      </dgm:t>
    </dgm:pt>
    <dgm:pt modelId="{BCE77925-1531-47E0-8E20-9DB0F800A865}" type="sibTrans" cxnId="{9640015C-1ABD-42A5-B252-DE66710C6266}">
      <dgm:prSet/>
      <dgm:spPr/>
      <dgm:t>
        <a:bodyPr/>
        <a:lstStyle/>
        <a:p>
          <a:endParaRPr lang="en-US">
            <a:solidFill>
              <a:srgbClr val="FF0000"/>
            </a:solidFill>
          </a:endParaRPr>
        </a:p>
      </dgm:t>
    </dgm:pt>
    <dgm:pt modelId="{FA068318-1B81-4D0C-A1E6-AA97F2F48194}">
      <dgm:prSet phldrT="[Text]"/>
      <dgm:spPr>
        <a:solidFill>
          <a:srgbClr val="E92F4A"/>
        </a:solidFill>
      </dgm:spPr>
      <dgm:t>
        <a:bodyPr/>
        <a:lstStyle/>
        <a:p>
          <a:r>
            <a:rPr lang="en-US">
              <a:solidFill>
                <a:schemeClr val="bg1"/>
              </a:solidFill>
            </a:rPr>
            <a:t>Nolawi Taddesse</a:t>
          </a:r>
          <a:endParaRPr lang="en-US" dirty="0">
            <a:solidFill>
              <a:schemeClr val="bg1"/>
            </a:solidFill>
          </a:endParaRPr>
        </a:p>
      </dgm:t>
    </dgm:pt>
    <dgm:pt modelId="{83E578EB-9A06-49B4-AA9D-39B6C49D5D7D}" type="parTrans" cxnId="{AF6DA493-C413-48AF-B3F5-268444F39477}">
      <dgm:prSet/>
      <dgm:spPr/>
      <dgm:t>
        <a:bodyPr/>
        <a:lstStyle/>
        <a:p>
          <a:endParaRPr lang="en-US">
            <a:solidFill>
              <a:srgbClr val="FF0000"/>
            </a:solidFill>
          </a:endParaRPr>
        </a:p>
      </dgm:t>
    </dgm:pt>
    <dgm:pt modelId="{16F21EF7-9723-4282-B39E-CBCE3824E857}" type="sibTrans" cxnId="{AF6DA493-C413-48AF-B3F5-268444F39477}">
      <dgm:prSet/>
      <dgm:spPr/>
      <dgm:t>
        <a:bodyPr/>
        <a:lstStyle/>
        <a:p>
          <a:endParaRPr lang="en-US">
            <a:solidFill>
              <a:srgbClr val="FF0000"/>
            </a:solidFill>
          </a:endParaRPr>
        </a:p>
      </dgm:t>
    </dgm:pt>
    <dgm:pt modelId="{C7CB96DE-0D51-4156-8ADE-8B8F9D4121CE}">
      <dgm:prSet phldrT="[Text]"/>
      <dgm:spPr>
        <a:solidFill>
          <a:srgbClr val="E92F4A"/>
        </a:solidFill>
      </dgm:spPr>
      <dgm:t>
        <a:bodyPr/>
        <a:lstStyle/>
        <a:p>
          <a:r>
            <a:rPr lang="en-US">
              <a:solidFill>
                <a:schemeClr val="bg1"/>
              </a:solidFill>
            </a:rPr>
            <a:t>Tewodros Zerihun</a:t>
          </a:r>
          <a:endParaRPr lang="en-US" dirty="0">
            <a:solidFill>
              <a:schemeClr val="bg1"/>
            </a:solidFill>
          </a:endParaRPr>
        </a:p>
      </dgm:t>
    </dgm:pt>
    <dgm:pt modelId="{E6B54EAE-905F-450F-B831-23854F29F5A5}" type="parTrans" cxnId="{37E26528-CBD6-4AC5-91A2-B8D7C45368C7}">
      <dgm:prSet/>
      <dgm:spPr/>
      <dgm:t>
        <a:bodyPr/>
        <a:lstStyle/>
        <a:p>
          <a:endParaRPr lang="en-US">
            <a:solidFill>
              <a:srgbClr val="FF0000"/>
            </a:solidFill>
          </a:endParaRPr>
        </a:p>
      </dgm:t>
    </dgm:pt>
    <dgm:pt modelId="{CA44A3E8-B9E3-4AE3-BDFF-7EDF33E0385B}" type="sibTrans" cxnId="{37E26528-CBD6-4AC5-91A2-B8D7C45368C7}">
      <dgm:prSet/>
      <dgm:spPr/>
      <dgm:t>
        <a:bodyPr/>
        <a:lstStyle/>
        <a:p>
          <a:endParaRPr lang="en-US">
            <a:solidFill>
              <a:srgbClr val="FF0000"/>
            </a:solidFill>
          </a:endParaRPr>
        </a:p>
      </dgm:t>
    </dgm:pt>
    <dgm:pt modelId="{AF4985AE-4C5D-44FB-9B84-8C9C02C19D81}">
      <dgm:prSet phldrT="[Text]"/>
      <dgm:spPr>
        <a:solidFill>
          <a:srgbClr val="E92F4A"/>
        </a:solidFill>
      </dgm:spPr>
      <dgm:t>
        <a:bodyPr/>
        <a:lstStyle/>
        <a:p>
          <a:r>
            <a:rPr lang="en-US">
              <a:solidFill>
                <a:schemeClr val="bg1"/>
              </a:solidFill>
            </a:rPr>
            <a:t>Robel Kassa</a:t>
          </a:r>
          <a:endParaRPr lang="en-US" dirty="0">
            <a:solidFill>
              <a:schemeClr val="bg1"/>
            </a:solidFill>
          </a:endParaRPr>
        </a:p>
      </dgm:t>
    </dgm:pt>
    <dgm:pt modelId="{D3851647-E2DE-4D82-8693-A7BF6D50D11A}" type="parTrans" cxnId="{4E6F2274-F6EF-4D7E-ADB8-0C2BC98F1470}">
      <dgm:prSet/>
      <dgm:spPr/>
      <dgm:t>
        <a:bodyPr/>
        <a:lstStyle/>
        <a:p>
          <a:endParaRPr lang="en-US">
            <a:solidFill>
              <a:srgbClr val="FF0000"/>
            </a:solidFill>
          </a:endParaRPr>
        </a:p>
      </dgm:t>
    </dgm:pt>
    <dgm:pt modelId="{78BAF37F-6D21-48B0-AF83-069145E25088}" type="sibTrans" cxnId="{4E6F2274-F6EF-4D7E-ADB8-0C2BC98F1470}">
      <dgm:prSet/>
      <dgm:spPr/>
      <dgm:t>
        <a:bodyPr/>
        <a:lstStyle/>
        <a:p>
          <a:endParaRPr lang="en-US">
            <a:solidFill>
              <a:srgbClr val="FF0000"/>
            </a:solidFill>
          </a:endParaRPr>
        </a:p>
      </dgm:t>
    </dgm:pt>
    <dgm:pt modelId="{2D365975-DB3D-47F9-A105-61EB5AB84546}">
      <dgm:prSet phldrT="[Text]"/>
      <dgm:spPr>
        <a:ln>
          <a:solidFill>
            <a:srgbClr val="E92F4A"/>
          </a:solidFill>
        </a:ln>
      </dgm:spPr>
      <dgm:t>
        <a:bodyPr/>
        <a:lstStyle/>
        <a:p>
          <a:r>
            <a:rPr lang="en-US" dirty="0">
              <a:solidFill>
                <a:srgbClr val="FF0000"/>
              </a:solidFill>
            </a:rPr>
            <a:t>COO &amp; Founder (Database manager, Data Collection)</a:t>
          </a:r>
        </a:p>
      </dgm:t>
    </dgm:pt>
    <dgm:pt modelId="{0821C6F9-3D03-4BF4-A684-0B9B97203B37}" type="parTrans" cxnId="{22E6C1EA-D7DE-49BF-AF17-A8A487ACE60D}">
      <dgm:prSet/>
      <dgm:spPr/>
      <dgm:t>
        <a:bodyPr/>
        <a:lstStyle/>
        <a:p>
          <a:endParaRPr lang="en-US">
            <a:solidFill>
              <a:srgbClr val="FF0000"/>
            </a:solidFill>
          </a:endParaRPr>
        </a:p>
      </dgm:t>
    </dgm:pt>
    <dgm:pt modelId="{D57B268D-70ED-464C-809E-FF388C563E43}" type="sibTrans" cxnId="{22E6C1EA-D7DE-49BF-AF17-A8A487ACE60D}">
      <dgm:prSet/>
      <dgm:spPr/>
      <dgm:t>
        <a:bodyPr/>
        <a:lstStyle/>
        <a:p>
          <a:endParaRPr lang="en-US">
            <a:solidFill>
              <a:srgbClr val="FF0000"/>
            </a:solidFill>
          </a:endParaRPr>
        </a:p>
      </dgm:t>
    </dgm:pt>
    <dgm:pt modelId="{C5B1FBD1-374D-4B31-AD1B-B282E1F0115D}">
      <dgm:prSet phldrT="[Text]"/>
      <dgm:spPr>
        <a:ln>
          <a:solidFill>
            <a:srgbClr val="E92F4A"/>
          </a:solidFill>
        </a:ln>
      </dgm:spPr>
      <dgm:t>
        <a:bodyPr/>
        <a:lstStyle/>
        <a:p>
          <a:r>
            <a:rPr lang="en-US">
              <a:solidFill>
                <a:srgbClr val="FF0000"/>
              </a:solidFill>
            </a:rPr>
            <a:t>CFO</a:t>
          </a:r>
          <a:endParaRPr lang="en-US" dirty="0">
            <a:solidFill>
              <a:srgbClr val="FF0000"/>
            </a:solidFill>
          </a:endParaRPr>
        </a:p>
      </dgm:t>
    </dgm:pt>
    <dgm:pt modelId="{AD0DB6A5-9F2B-4DFF-AAD9-BF2BC681941A}" type="parTrans" cxnId="{F066DFE2-D985-4FB4-AD51-665B9F77FC15}">
      <dgm:prSet/>
      <dgm:spPr/>
      <dgm:t>
        <a:bodyPr/>
        <a:lstStyle/>
        <a:p>
          <a:endParaRPr lang="en-US">
            <a:solidFill>
              <a:srgbClr val="FF0000"/>
            </a:solidFill>
          </a:endParaRPr>
        </a:p>
      </dgm:t>
    </dgm:pt>
    <dgm:pt modelId="{67CCAFCA-E071-4514-9EA2-8776D6408480}" type="sibTrans" cxnId="{F066DFE2-D985-4FB4-AD51-665B9F77FC15}">
      <dgm:prSet/>
      <dgm:spPr/>
      <dgm:t>
        <a:bodyPr/>
        <a:lstStyle/>
        <a:p>
          <a:endParaRPr lang="en-US">
            <a:solidFill>
              <a:srgbClr val="FF0000"/>
            </a:solidFill>
          </a:endParaRPr>
        </a:p>
      </dgm:t>
    </dgm:pt>
    <dgm:pt modelId="{E5539B82-BD53-45CA-8926-CDEE9EB2E401}">
      <dgm:prSet phldrT="[Text]"/>
      <dgm:spPr>
        <a:ln>
          <a:solidFill>
            <a:srgbClr val="E92F4A"/>
          </a:solidFill>
        </a:ln>
      </dgm:spPr>
      <dgm:t>
        <a:bodyPr/>
        <a:lstStyle/>
        <a:p>
          <a:r>
            <a:rPr lang="en-US">
              <a:solidFill>
                <a:srgbClr val="FF0000"/>
              </a:solidFill>
            </a:rPr>
            <a:t>CTO</a:t>
          </a:r>
          <a:endParaRPr lang="en-US" dirty="0">
            <a:solidFill>
              <a:srgbClr val="FF0000"/>
            </a:solidFill>
          </a:endParaRPr>
        </a:p>
      </dgm:t>
    </dgm:pt>
    <dgm:pt modelId="{D0D13651-703A-42C0-8511-07BD5D985C80}" type="parTrans" cxnId="{DB35B43F-1728-45F1-80AD-595F07E453CF}">
      <dgm:prSet/>
      <dgm:spPr/>
      <dgm:t>
        <a:bodyPr/>
        <a:lstStyle/>
        <a:p>
          <a:endParaRPr lang="en-US">
            <a:solidFill>
              <a:srgbClr val="FF0000"/>
            </a:solidFill>
          </a:endParaRPr>
        </a:p>
      </dgm:t>
    </dgm:pt>
    <dgm:pt modelId="{B9BD28AC-B541-48FB-8E6A-1A93D1E5E10C}" type="sibTrans" cxnId="{DB35B43F-1728-45F1-80AD-595F07E453CF}">
      <dgm:prSet/>
      <dgm:spPr/>
      <dgm:t>
        <a:bodyPr/>
        <a:lstStyle/>
        <a:p>
          <a:endParaRPr lang="en-US">
            <a:solidFill>
              <a:srgbClr val="FF0000"/>
            </a:solidFill>
          </a:endParaRPr>
        </a:p>
      </dgm:t>
    </dgm:pt>
    <dgm:pt modelId="{C33F9BB0-6758-421E-B7C6-F18729CD725A}">
      <dgm:prSet phldrT="[Text]"/>
      <dgm:spPr>
        <a:ln>
          <a:solidFill>
            <a:srgbClr val="E92F4A"/>
          </a:solidFill>
        </a:ln>
      </dgm:spPr>
      <dgm:t>
        <a:bodyPr/>
        <a:lstStyle/>
        <a:p>
          <a:r>
            <a:rPr lang="en-US">
              <a:solidFill>
                <a:srgbClr val="FF0000"/>
              </a:solidFill>
            </a:rPr>
            <a:t>Communication Director</a:t>
          </a:r>
          <a:endParaRPr lang="en-US" dirty="0">
            <a:solidFill>
              <a:srgbClr val="FF0000"/>
            </a:solidFill>
          </a:endParaRPr>
        </a:p>
      </dgm:t>
    </dgm:pt>
    <dgm:pt modelId="{195F4258-08D8-4793-A30D-EBE7C30013EE}" type="parTrans" cxnId="{7EE54261-DF30-43F3-8529-9E3A1F7D25B2}">
      <dgm:prSet/>
      <dgm:spPr/>
      <dgm:t>
        <a:bodyPr/>
        <a:lstStyle/>
        <a:p>
          <a:endParaRPr lang="en-US">
            <a:solidFill>
              <a:srgbClr val="FF0000"/>
            </a:solidFill>
          </a:endParaRPr>
        </a:p>
      </dgm:t>
    </dgm:pt>
    <dgm:pt modelId="{A5865488-2A53-4F8D-8DED-B1302D5605B1}" type="sibTrans" cxnId="{7EE54261-DF30-43F3-8529-9E3A1F7D25B2}">
      <dgm:prSet/>
      <dgm:spPr/>
      <dgm:t>
        <a:bodyPr/>
        <a:lstStyle/>
        <a:p>
          <a:endParaRPr lang="en-US">
            <a:solidFill>
              <a:srgbClr val="FF0000"/>
            </a:solidFill>
          </a:endParaRPr>
        </a:p>
      </dgm:t>
    </dgm:pt>
    <dgm:pt modelId="{A1B0C226-0BA6-49C2-9F65-D9AD1A71C82E}">
      <dgm:prSet phldrT="[Text]"/>
      <dgm:spPr>
        <a:ln>
          <a:solidFill>
            <a:srgbClr val="E92F4A"/>
          </a:solidFill>
        </a:ln>
      </dgm:spPr>
      <dgm:t>
        <a:bodyPr/>
        <a:lstStyle/>
        <a:p>
          <a:r>
            <a:rPr lang="en-US">
              <a:solidFill>
                <a:srgbClr val="FF0000"/>
              </a:solidFill>
            </a:rPr>
            <a:t>Creative Director</a:t>
          </a:r>
          <a:endParaRPr lang="en-US" dirty="0">
            <a:solidFill>
              <a:srgbClr val="FF0000"/>
            </a:solidFill>
          </a:endParaRPr>
        </a:p>
      </dgm:t>
    </dgm:pt>
    <dgm:pt modelId="{44E0D919-FED4-4579-8C14-767E89A16056}" type="parTrans" cxnId="{63332110-E36A-4DD7-AA59-149A81CF4D4A}">
      <dgm:prSet/>
      <dgm:spPr/>
      <dgm:t>
        <a:bodyPr/>
        <a:lstStyle/>
        <a:p>
          <a:endParaRPr lang="en-US">
            <a:solidFill>
              <a:srgbClr val="FF0000"/>
            </a:solidFill>
          </a:endParaRPr>
        </a:p>
      </dgm:t>
    </dgm:pt>
    <dgm:pt modelId="{2231A9BE-0F68-482F-A2F4-B95955D9A124}" type="sibTrans" cxnId="{63332110-E36A-4DD7-AA59-149A81CF4D4A}">
      <dgm:prSet/>
      <dgm:spPr/>
      <dgm:t>
        <a:bodyPr/>
        <a:lstStyle/>
        <a:p>
          <a:endParaRPr lang="en-US">
            <a:solidFill>
              <a:srgbClr val="FF0000"/>
            </a:solidFill>
          </a:endParaRPr>
        </a:p>
      </dgm:t>
    </dgm:pt>
    <dgm:pt modelId="{64EA2125-0854-452B-9A77-D857F794CCD4}">
      <dgm:prSet phldrT="[Text]"/>
      <dgm:spPr>
        <a:ln>
          <a:solidFill>
            <a:srgbClr val="E92F4A"/>
          </a:solidFill>
        </a:ln>
      </dgm:spPr>
      <dgm:t>
        <a:bodyPr/>
        <a:lstStyle/>
        <a:p>
          <a:r>
            <a:rPr lang="en-US" dirty="0">
              <a:solidFill>
                <a:srgbClr val="FF0000"/>
              </a:solidFill>
            </a:rPr>
            <a:t>12 years experience in Geospatial and database management</a:t>
          </a:r>
        </a:p>
      </dgm:t>
    </dgm:pt>
    <dgm:pt modelId="{E04D9B07-B289-4C6C-B615-4B9C7F3E52A2}" type="parTrans" cxnId="{E3C7E0A1-C410-4B5B-93DF-CC7DB7990F43}">
      <dgm:prSet/>
      <dgm:spPr/>
      <dgm:t>
        <a:bodyPr/>
        <a:lstStyle/>
        <a:p>
          <a:endParaRPr lang="en-US">
            <a:solidFill>
              <a:srgbClr val="FF0000"/>
            </a:solidFill>
          </a:endParaRPr>
        </a:p>
      </dgm:t>
    </dgm:pt>
    <dgm:pt modelId="{9DB53B95-F8A6-4FB4-9F73-FB109A8BC1FB}" type="sibTrans" cxnId="{E3C7E0A1-C410-4B5B-93DF-CC7DB7990F43}">
      <dgm:prSet/>
      <dgm:spPr/>
      <dgm:t>
        <a:bodyPr/>
        <a:lstStyle/>
        <a:p>
          <a:endParaRPr lang="en-US">
            <a:solidFill>
              <a:srgbClr val="FF0000"/>
            </a:solidFill>
          </a:endParaRPr>
        </a:p>
      </dgm:t>
    </dgm:pt>
    <dgm:pt modelId="{43C3012A-2016-40E8-8B59-C23FD954F2EF}">
      <dgm:prSet phldrT="[Text]"/>
      <dgm:spPr>
        <a:ln>
          <a:solidFill>
            <a:srgbClr val="E92F4A"/>
          </a:solidFill>
        </a:ln>
      </dgm:spPr>
      <dgm:t>
        <a:bodyPr/>
        <a:lstStyle/>
        <a:p>
          <a:r>
            <a:rPr lang="en-US" dirty="0">
              <a:solidFill>
                <a:srgbClr val="FF0000"/>
              </a:solidFill>
            </a:rPr>
            <a:t>CPA with 5 years experience in accounting and finance </a:t>
          </a:r>
        </a:p>
      </dgm:t>
    </dgm:pt>
    <dgm:pt modelId="{1F52052E-7618-45AF-A882-044F556B43DC}" type="parTrans" cxnId="{864EFB30-E3FC-4635-892C-0254EBA6E919}">
      <dgm:prSet/>
      <dgm:spPr/>
      <dgm:t>
        <a:bodyPr/>
        <a:lstStyle/>
        <a:p>
          <a:endParaRPr lang="en-US">
            <a:solidFill>
              <a:srgbClr val="FF0000"/>
            </a:solidFill>
          </a:endParaRPr>
        </a:p>
      </dgm:t>
    </dgm:pt>
    <dgm:pt modelId="{D2290FB0-1E1E-4207-9F03-53C598C0DE1A}" type="sibTrans" cxnId="{864EFB30-E3FC-4635-892C-0254EBA6E919}">
      <dgm:prSet/>
      <dgm:spPr/>
      <dgm:t>
        <a:bodyPr/>
        <a:lstStyle/>
        <a:p>
          <a:endParaRPr lang="en-US">
            <a:solidFill>
              <a:srgbClr val="FF0000"/>
            </a:solidFill>
          </a:endParaRPr>
        </a:p>
      </dgm:t>
    </dgm:pt>
    <dgm:pt modelId="{B9F1D843-95C3-4D44-BB0C-34F7F6E1716E}">
      <dgm:prSet phldrT="[Text]"/>
      <dgm:spPr>
        <a:ln>
          <a:solidFill>
            <a:srgbClr val="E92F4A"/>
          </a:solidFill>
        </a:ln>
      </dgm:spPr>
      <dgm:t>
        <a:bodyPr/>
        <a:lstStyle/>
        <a:p>
          <a:r>
            <a:rPr lang="en-US">
              <a:solidFill>
                <a:srgbClr val="FF0000"/>
              </a:solidFill>
            </a:rPr>
            <a:t>Owns Zerihun Associates in Addis Ababa, Ethiopia</a:t>
          </a:r>
          <a:endParaRPr lang="en-US" dirty="0">
            <a:solidFill>
              <a:srgbClr val="FF0000"/>
            </a:solidFill>
          </a:endParaRPr>
        </a:p>
      </dgm:t>
    </dgm:pt>
    <dgm:pt modelId="{C82CDF34-9F59-4E18-BDD1-B0540BBCF3E2}" type="parTrans" cxnId="{814B7F68-DDE9-4107-A608-DEAD207A0E95}">
      <dgm:prSet/>
      <dgm:spPr/>
      <dgm:t>
        <a:bodyPr/>
        <a:lstStyle/>
        <a:p>
          <a:endParaRPr lang="en-US">
            <a:solidFill>
              <a:srgbClr val="FF0000"/>
            </a:solidFill>
          </a:endParaRPr>
        </a:p>
      </dgm:t>
    </dgm:pt>
    <dgm:pt modelId="{D69D6AA8-C8F8-4E94-8954-8DA6ABE28A83}" type="sibTrans" cxnId="{814B7F68-DDE9-4107-A608-DEAD207A0E95}">
      <dgm:prSet/>
      <dgm:spPr/>
      <dgm:t>
        <a:bodyPr/>
        <a:lstStyle/>
        <a:p>
          <a:endParaRPr lang="en-US">
            <a:solidFill>
              <a:srgbClr val="FF0000"/>
            </a:solidFill>
          </a:endParaRPr>
        </a:p>
      </dgm:t>
    </dgm:pt>
    <dgm:pt modelId="{6C3B84B5-5F44-4F1F-A493-4A2102690437}">
      <dgm:prSet phldrT="[Text]"/>
      <dgm:spPr>
        <a:ln>
          <a:solidFill>
            <a:srgbClr val="E92F4A"/>
          </a:solidFill>
        </a:ln>
      </dgm:spPr>
      <dgm:t>
        <a:bodyPr/>
        <a:lstStyle/>
        <a:p>
          <a:r>
            <a:rPr lang="en-US">
              <a:solidFill>
                <a:srgbClr val="FF0000"/>
              </a:solidFill>
            </a:rPr>
            <a:t>5 years experience in mobile application development and software development</a:t>
          </a:r>
          <a:endParaRPr lang="en-US" dirty="0">
            <a:solidFill>
              <a:srgbClr val="FF0000"/>
            </a:solidFill>
          </a:endParaRPr>
        </a:p>
      </dgm:t>
    </dgm:pt>
    <dgm:pt modelId="{0A82E076-E952-4A09-B6B9-467EFC30C8F3}" type="parTrans" cxnId="{A9AF4081-BE33-4A19-8389-5DAC9FC765BA}">
      <dgm:prSet/>
      <dgm:spPr/>
      <dgm:t>
        <a:bodyPr/>
        <a:lstStyle/>
        <a:p>
          <a:endParaRPr lang="en-US">
            <a:solidFill>
              <a:srgbClr val="FF0000"/>
            </a:solidFill>
          </a:endParaRPr>
        </a:p>
      </dgm:t>
    </dgm:pt>
    <dgm:pt modelId="{E60B9E97-B617-4AD2-AED0-5AC8C87C6038}" type="sibTrans" cxnId="{A9AF4081-BE33-4A19-8389-5DAC9FC765BA}">
      <dgm:prSet/>
      <dgm:spPr/>
      <dgm:t>
        <a:bodyPr/>
        <a:lstStyle/>
        <a:p>
          <a:endParaRPr lang="en-US">
            <a:solidFill>
              <a:srgbClr val="FF0000"/>
            </a:solidFill>
          </a:endParaRPr>
        </a:p>
      </dgm:t>
    </dgm:pt>
    <dgm:pt modelId="{28F5224F-2C0E-4355-9AEE-9768FD2D9CA0}">
      <dgm:prSet phldrT="[Text]"/>
      <dgm:spPr>
        <a:ln>
          <a:solidFill>
            <a:srgbClr val="E92F4A"/>
          </a:solidFill>
        </a:ln>
      </dgm:spPr>
      <dgm:t>
        <a:bodyPr/>
        <a:lstStyle/>
        <a:p>
          <a:r>
            <a:rPr lang="en-US">
              <a:solidFill>
                <a:srgbClr val="FF0000"/>
              </a:solidFill>
            </a:rPr>
            <a:t>Developed Agergna App (Amharic Keyboard App)</a:t>
          </a:r>
          <a:endParaRPr lang="en-US" dirty="0">
            <a:solidFill>
              <a:srgbClr val="FF0000"/>
            </a:solidFill>
          </a:endParaRPr>
        </a:p>
      </dgm:t>
    </dgm:pt>
    <dgm:pt modelId="{9902B435-4A3B-4218-BED0-2F674F84D1AC}" type="parTrans" cxnId="{E887D404-E3CC-4523-9AD9-798FFD2D56D3}">
      <dgm:prSet/>
      <dgm:spPr/>
      <dgm:t>
        <a:bodyPr/>
        <a:lstStyle/>
        <a:p>
          <a:endParaRPr lang="en-US">
            <a:solidFill>
              <a:srgbClr val="FF0000"/>
            </a:solidFill>
          </a:endParaRPr>
        </a:p>
      </dgm:t>
    </dgm:pt>
    <dgm:pt modelId="{61529685-2B92-4B3D-B699-5F5A5847FBC9}" type="sibTrans" cxnId="{E887D404-E3CC-4523-9AD9-798FFD2D56D3}">
      <dgm:prSet/>
      <dgm:spPr/>
      <dgm:t>
        <a:bodyPr/>
        <a:lstStyle/>
        <a:p>
          <a:endParaRPr lang="en-US">
            <a:solidFill>
              <a:srgbClr val="FF0000"/>
            </a:solidFill>
          </a:endParaRPr>
        </a:p>
      </dgm:t>
    </dgm:pt>
    <dgm:pt modelId="{3CDD8965-2705-4CF8-B0CB-1ACD9F41846A}" type="pres">
      <dgm:prSet presAssocID="{2BA3B68A-A7A0-4FDD-8CCB-27D89CBB7F5F}" presName="linear" presStyleCnt="0">
        <dgm:presLayoutVars>
          <dgm:dir/>
          <dgm:animLvl val="lvl"/>
          <dgm:resizeHandles val="exact"/>
        </dgm:presLayoutVars>
      </dgm:prSet>
      <dgm:spPr/>
    </dgm:pt>
    <dgm:pt modelId="{2316047E-3B6B-4628-B5AB-073592E8BC85}" type="pres">
      <dgm:prSet presAssocID="{42F77F59-0894-440A-8D7A-524A2BDC169A}" presName="parentLin" presStyleCnt="0"/>
      <dgm:spPr/>
    </dgm:pt>
    <dgm:pt modelId="{4E562706-CC78-46B7-BE40-0990A4AA259A}" type="pres">
      <dgm:prSet presAssocID="{42F77F59-0894-440A-8D7A-524A2BDC169A}" presName="parentLeftMargin" presStyleLbl="node1" presStyleIdx="0" presStyleCnt="5"/>
      <dgm:spPr/>
    </dgm:pt>
    <dgm:pt modelId="{59A6F969-35CE-484E-9E1B-13D3D364A20F}" type="pres">
      <dgm:prSet presAssocID="{42F77F59-0894-440A-8D7A-524A2BDC169A}" presName="parentText" presStyleLbl="node1" presStyleIdx="0" presStyleCnt="5">
        <dgm:presLayoutVars>
          <dgm:chMax val="0"/>
          <dgm:bulletEnabled val="1"/>
        </dgm:presLayoutVars>
      </dgm:prSet>
      <dgm:spPr/>
    </dgm:pt>
    <dgm:pt modelId="{D37105A3-9F4E-4E48-8619-6CB4A2835F18}" type="pres">
      <dgm:prSet presAssocID="{42F77F59-0894-440A-8D7A-524A2BDC169A}" presName="negativeSpace" presStyleCnt="0"/>
      <dgm:spPr/>
    </dgm:pt>
    <dgm:pt modelId="{05FBD4E4-E94B-4DEF-BD05-8D8E974EBA42}" type="pres">
      <dgm:prSet presAssocID="{42F77F59-0894-440A-8D7A-524A2BDC169A}" presName="childText" presStyleLbl="conFgAcc1" presStyleIdx="0" presStyleCnt="5" custLinFactNeighborX="-1194">
        <dgm:presLayoutVars>
          <dgm:bulletEnabled val="1"/>
        </dgm:presLayoutVars>
      </dgm:prSet>
      <dgm:spPr/>
    </dgm:pt>
    <dgm:pt modelId="{AF1EEBFB-4E0B-4CFC-8B0F-7E95712B2BD5}" type="pres">
      <dgm:prSet presAssocID="{AB8CF277-943A-4B1A-992F-8DAFD5FB0BB9}" presName="spaceBetweenRectangles" presStyleCnt="0"/>
      <dgm:spPr/>
    </dgm:pt>
    <dgm:pt modelId="{6B252FE2-10D6-4D22-B058-FB593C2BBEEC}" type="pres">
      <dgm:prSet presAssocID="{C7CB96DE-0D51-4156-8ADE-8B8F9D4121CE}" presName="parentLin" presStyleCnt="0"/>
      <dgm:spPr/>
    </dgm:pt>
    <dgm:pt modelId="{59F8617C-837E-47B4-946F-7419A327CB7F}" type="pres">
      <dgm:prSet presAssocID="{C7CB96DE-0D51-4156-8ADE-8B8F9D4121CE}" presName="parentLeftMargin" presStyleLbl="node1" presStyleIdx="0" presStyleCnt="5"/>
      <dgm:spPr/>
    </dgm:pt>
    <dgm:pt modelId="{6B8DDD84-B4A1-4A56-B1A3-D9DDD681FEBD}" type="pres">
      <dgm:prSet presAssocID="{C7CB96DE-0D51-4156-8ADE-8B8F9D4121CE}" presName="parentText" presStyleLbl="node1" presStyleIdx="1" presStyleCnt="5">
        <dgm:presLayoutVars>
          <dgm:chMax val="0"/>
          <dgm:bulletEnabled val="1"/>
        </dgm:presLayoutVars>
      </dgm:prSet>
      <dgm:spPr/>
    </dgm:pt>
    <dgm:pt modelId="{2CFFBA05-6135-490A-98E6-9716DA7BC27C}" type="pres">
      <dgm:prSet presAssocID="{C7CB96DE-0D51-4156-8ADE-8B8F9D4121CE}" presName="negativeSpace" presStyleCnt="0"/>
      <dgm:spPr/>
    </dgm:pt>
    <dgm:pt modelId="{F0E77E54-BF45-4C41-B225-23FABEAF65E8}" type="pres">
      <dgm:prSet presAssocID="{C7CB96DE-0D51-4156-8ADE-8B8F9D4121CE}" presName="childText" presStyleLbl="conFgAcc1" presStyleIdx="1" presStyleCnt="5">
        <dgm:presLayoutVars>
          <dgm:bulletEnabled val="1"/>
        </dgm:presLayoutVars>
      </dgm:prSet>
      <dgm:spPr/>
    </dgm:pt>
    <dgm:pt modelId="{20324FE8-7E52-4C65-9A35-56E7C610C49D}" type="pres">
      <dgm:prSet presAssocID="{CA44A3E8-B9E3-4AE3-BDFF-7EDF33E0385B}" presName="spaceBetweenRectangles" presStyleCnt="0"/>
      <dgm:spPr/>
    </dgm:pt>
    <dgm:pt modelId="{6C40313A-6BF4-4F50-BF80-4D961A54A313}" type="pres">
      <dgm:prSet presAssocID="{77A16381-F867-4748-BA28-C182DBBB7C09}" presName="parentLin" presStyleCnt="0"/>
      <dgm:spPr/>
    </dgm:pt>
    <dgm:pt modelId="{8DB76865-BB12-49E0-B703-707E1E437E3B}" type="pres">
      <dgm:prSet presAssocID="{77A16381-F867-4748-BA28-C182DBBB7C09}" presName="parentLeftMargin" presStyleLbl="node1" presStyleIdx="1" presStyleCnt="5"/>
      <dgm:spPr/>
    </dgm:pt>
    <dgm:pt modelId="{CBD73B6D-6399-4B50-9158-A64F1D2D3456}" type="pres">
      <dgm:prSet presAssocID="{77A16381-F867-4748-BA28-C182DBBB7C09}" presName="parentText" presStyleLbl="node1" presStyleIdx="2" presStyleCnt="5">
        <dgm:presLayoutVars>
          <dgm:chMax val="0"/>
          <dgm:bulletEnabled val="1"/>
        </dgm:presLayoutVars>
      </dgm:prSet>
      <dgm:spPr/>
    </dgm:pt>
    <dgm:pt modelId="{FFC1B0B9-32A4-426A-8A3A-C0B146755CC7}" type="pres">
      <dgm:prSet presAssocID="{77A16381-F867-4748-BA28-C182DBBB7C09}" presName="negativeSpace" presStyleCnt="0"/>
      <dgm:spPr/>
    </dgm:pt>
    <dgm:pt modelId="{9F68888E-8540-4C1F-BC53-974D0663037E}" type="pres">
      <dgm:prSet presAssocID="{77A16381-F867-4748-BA28-C182DBBB7C09}" presName="childText" presStyleLbl="conFgAcc1" presStyleIdx="2" presStyleCnt="5">
        <dgm:presLayoutVars>
          <dgm:bulletEnabled val="1"/>
        </dgm:presLayoutVars>
      </dgm:prSet>
      <dgm:spPr/>
    </dgm:pt>
    <dgm:pt modelId="{7C9C512E-A78C-4465-8C5D-78515B6D08D8}" type="pres">
      <dgm:prSet presAssocID="{BCE77925-1531-47E0-8E20-9DB0F800A865}" presName="spaceBetweenRectangles" presStyleCnt="0"/>
      <dgm:spPr/>
    </dgm:pt>
    <dgm:pt modelId="{B18A3391-A079-4FF4-9929-9543211C2A24}" type="pres">
      <dgm:prSet presAssocID="{FA068318-1B81-4D0C-A1E6-AA97F2F48194}" presName="parentLin" presStyleCnt="0"/>
      <dgm:spPr/>
    </dgm:pt>
    <dgm:pt modelId="{D3F88A73-0F91-4E02-9CA0-B65BD8412F0E}" type="pres">
      <dgm:prSet presAssocID="{FA068318-1B81-4D0C-A1E6-AA97F2F48194}" presName="parentLeftMargin" presStyleLbl="node1" presStyleIdx="2" presStyleCnt="5"/>
      <dgm:spPr/>
    </dgm:pt>
    <dgm:pt modelId="{1C0CA4C9-6F42-495C-B13D-39203F267913}" type="pres">
      <dgm:prSet presAssocID="{FA068318-1B81-4D0C-A1E6-AA97F2F48194}" presName="parentText" presStyleLbl="node1" presStyleIdx="3" presStyleCnt="5">
        <dgm:presLayoutVars>
          <dgm:chMax val="0"/>
          <dgm:bulletEnabled val="1"/>
        </dgm:presLayoutVars>
      </dgm:prSet>
      <dgm:spPr/>
    </dgm:pt>
    <dgm:pt modelId="{56645E60-206C-4CB0-88A7-66095448124D}" type="pres">
      <dgm:prSet presAssocID="{FA068318-1B81-4D0C-A1E6-AA97F2F48194}" presName="negativeSpace" presStyleCnt="0"/>
      <dgm:spPr/>
    </dgm:pt>
    <dgm:pt modelId="{3BC0FCFB-FEB1-4AA2-9DF2-F5FBD62F360F}" type="pres">
      <dgm:prSet presAssocID="{FA068318-1B81-4D0C-A1E6-AA97F2F48194}" presName="childText" presStyleLbl="conFgAcc1" presStyleIdx="3" presStyleCnt="5">
        <dgm:presLayoutVars>
          <dgm:bulletEnabled val="1"/>
        </dgm:presLayoutVars>
      </dgm:prSet>
      <dgm:spPr/>
    </dgm:pt>
    <dgm:pt modelId="{A80DDF12-A3BE-44FC-AAA0-4CDA464E36E5}" type="pres">
      <dgm:prSet presAssocID="{16F21EF7-9723-4282-B39E-CBCE3824E857}" presName="spaceBetweenRectangles" presStyleCnt="0"/>
      <dgm:spPr/>
    </dgm:pt>
    <dgm:pt modelId="{B349A0CB-625B-4F8F-BEC4-85A50E75A8A0}" type="pres">
      <dgm:prSet presAssocID="{AF4985AE-4C5D-44FB-9B84-8C9C02C19D81}" presName="parentLin" presStyleCnt="0"/>
      <dgm:spPr/>
    </dgm:pt>
    <dgm:pt modelId="{D12EDD37-952A-4C25-983A-15007AEFBE33}" type="pres">
      <dgm:prSet presAssocID="{AF4985AE-4C5D-44FB-9B84-8C9C02C19D81}" presName="parentLeftMargin" presStyleLbl="node1" presStyleIdx="3" presStyleCnt="5"/>
      <dgm:spPr/>
    </dgm:pt>
    <dgm:pt modelId="{5FCADE61-033A-4684-99A2-BF2570D60C04}" type="pres">
      <dgm:prSet presAssocID="{AF4985AE-4C5D-44FB-9B84-8C9C02C19D81}" presName="parentText" presStyleLbl="node1" presStyleIdx="4" presStyleCnt="5">
        <dgm:presLayoutVars>
          <dgm:chMax val="0"/>
          <dgm:bulletEnabled val="1"/>
        </dgm:presLayoutVars>
      </dgm:prSet>
      <dgm:spPr/>
    </dgm:pt>
    <dgm:pt modelId="{4C657097-F837-4229-8DEE-487B94BA9E3F}" type="pres">
      <dgm:prSet presAssocID="{AF4985AE-4C5D-44FB-9B84-8C9C02C19D81}" presName="negativeSpace" presStyleCnt="0"/>
      <dgm:spPr/>
    </dgm:pt>
    <dgm:pt modelId="{841A327B-05AE-4EA5-BC8F-1D4130D9B24A}" type="pres">
      <dgm:prSet presAssocID="{AF4985AE-4C5D-44FB-9B84-8C9C02C19D81}" presName="childText" presStyleLbl="conFgAcc1" presStyleIdx="4" presStyleCnt="5">
        <dgm:presLayoutVars>
          <dgm:bulletEnabled val="1"/>
        </dgm:presLayoutVars>
      </dgm:prSet>
      <dgm:spPr/>
    </dgm:pt>
  </dgm:ptLst>
  <dgm:cxnLst>
    <dgm:cxn modelId="{0E76D801-E16B-4219-8841-F30C8AE7D477}" type="presOf" srcId="{AF4985AE-4C5D-44FB-9B84-8C9C02C19D81}" destId="{D12EDD37-952A-4C25-983A-15007AEFBE33}" srcOrd="0" destOrd="0" presId="urn:microsoft.com/office/officeart/2005/8/layout/list1"/>
    <dgm:cxn modelId="{E887D404-E3CC-4523-9AD9-798FFD2D56D3}" srcId="{77A16381-F867-4748-BA28-C182DBBB7C09}" destId="{28F5224F-2C0E-4355-9AEE-9768FD2D9CA0}" srcOrd="2" destOrd="0" parTransId="{9902B435-4A3B-4218-BED0-2F674F84D1AC}" sibTransId="{61529685-2B92-4B3D-B699-5F5A5847FBC9}"/>
    <dgm:cxn modelId="{C8D5760D-2EF2-4DE0-B91C-5D15C08346C5}" type="presOf" srcId="{77A16381-F867-4748-BA28-C182DBBB7C09}" destId="{8DB76865-BB12-49E0-B703-707E1E437E3B}" srcOrd="0" destOrd="0" presId="urn:microsoft.com/office/officeart/2005/8/layout/list1"/>
    <dgm:cxn modelId="{63332110-E36A-4DD7-AA59-149A81CF4D4A}" srcId="{AF4985AE-4C5D-44FB-9B84-8C9C02C19D81}" destId="{A1B0C226-0BA6-49C2-9F65-D9AD1A71C82E}" srcOrd="0" destOrd="0" parTransId="{44E0D919-FED4-4579-8C14-767E89A16056}" sibTransId="{2231A9BE-0F68-482F-A2F4-B95955D9A124}"/>
    <dgm:cxn modelId="{1766871D-78B8-42DC-A4C7-02B9EDCDB199}" type="presOf" srcId="{FA068318-1B81-4D0C-A1E6-AA97F2F48194}" destId="{D3F88A73-0F91-4E02-9CA0-B65BD8412F0E}" srcOrd="0" destOrd="0" presId="urn:microsoft.com/office/officeart/2005/8/layout/list1"/>
    <dgm:cxn modelId="{37E26528-CBD6-4AC5-91A2-B8D7C45368C7}" srcId="{2BA3B68A-A7A0-4FDD-8CCB-27D89CBB7F5F}" destId="{C7CB96DE-0D51-4156-8ADE-8B8F9D4121CE}" srcOrd="1" destOrd="0" parTransId="{E6B54EAE-905F-450F-B831-23854F29F5A5}" sibTransId="{CA44A3E8-B9E3-4AE3-BDFF-7EDF33E0385B}"/>
    <dgm:cxn modelId="{864EFB30-E3FC-4635-892C-0254EBA6E919}" srcId="{C7CB96DE-0D51-4156-8ADE-8B8F9D4121CE}" destId="{43C3012A-2016-40E8-8B59-C23FD954F2EF}" srcOrd="1" destOrd="0" parTransId="{1F52052E-7618-45AF-A882-044F556B43DC}" sibTransId="{D2290FB0-1E1E-4207-9F03-53C598C0DE1A}"/>
    <dgm:cxn modelId="{DB35B43F-1728-45F1-80AD-595F07E453CF}" srcId="{77A16381-F867-4748-BA28-C182DBBB7C09}" destId="{E5539B82-BD53-45CA-8926-CDEE9EB2E401}" srcOrd="0" destOrd="0" parTransId="{D0D13651-703A-42C0-8511-07BD5D985C80}" sibTransId="{B9BD28AC-B541-48FB-8E6A-1A93D1E5E10C}"/>
    <dgm:cxn modelId="{9640015C-1ABD-42A5-B252-DE66710C6266}" srcId="{2BA3B68A-A7A0-4FDD-8CCB-27D89CBB7F5F}" destId="{77A16381-F867-4748-BA28-C182DBBB7C09}" srcOrd="2" destOrd="0" parTransId="{143ADE49-EE36-4099-9292-BA43735B6BDA}" sibTransId="{BCE77925-1531-47E0-8E20-9DB0F800A865}"/>
    <dgm:cxn modelId="{4BA44760-FD21-4BCA-837A-9AB39439FF22}" type="presOf" srcId="{B9F1D843-95C3-4D44-BB0C-34F7F6E1716E}" destId="{F0E77E54-BF45-4C41-B225-23FABEAF65E8}" srcOrd="0" destOrd="2" presId="urn:microsoft.com/office/officeart/2005/8/layout/list1"/>
    <dgm:cxn modelId="{7EE54261-DF30-43F3-8529-9E3A1F7D25B2}" srcId="{FA068318-1B81-4D0C-A1E6-AA97F2F48194}" destId="{C33F9BB0-6758-421E-B7C6-F18729CD725A}" srcOrd="0" destOrd="0" parTransId="{195F4258-08D8-4793-A30D-EBE7C30013EE}" sibTransId="{A5865488-2A53-4F8D-8DED-B1302D5605B1}"/>
    <dgm:cxn modelId="{819E7961-2EA2-4F64-934C-51DE72F81533}" type="presOf" srcId="{2BA3B68A-A7A0-4FDD-8CCB-27D89CBB7F5F}" destId="{3CDD8965-2705-4CF8-B0CB-1ACD9F41846A}" srcOrd="0" destOrd="0" presId="urn:microsoft.com/office/officeart/2005/8/layout/list1"/>
    <dgm:cxn modelId="{673D1568-5015-4C31-9E06-FFC69DEF6F4B}" type="presOf" srcId="{64EA2125-0854-452B-9A77-D857F794CCD4}" destId="{05FBD4E4-E94B-4DEF-BD05-8D8E974EBA42}" srcOrd="0" destOrd="1" presId="urn:microsoft.com/office/officeart/2005/8/layout/list1"/>
    <dgm:cxn modelId="{814B7F68-DDE9-4107-A608-DEAD207A0E95}" srcId="{C7CB96DE-0D51-4156-8ADE-8B8F9D4121CE}" destId="{B9F1D843-95C3-4D44-BB0C-34F7F6E1716E}" srcOrd="2" destOrd="0" parTransId="{C82CDF34-9F59-4E18-BDD1-B0540BBCF3E2}" sibTransId="{D69D6AA8-C8F8-4E94-8954-8DA6ABE28A83}"/>
    <dgm:cxn modelId="{DC1CC56C-15D4-445C-8695-CBD207E8F1EA}" type="presOf" srcId="{E5539B82-BD53-45CA-8926-CDEE9EB2E401}" destId="{9F68888E-8540-4C1F-BC53-974D0663037E}" srcOrd="0" destOrd="0" presId="urn:microsoft.com/office/officeart/2005/8/layout/list1"/>
    <dgm:cxn modelId="{E7735A4D-E7A5-473D-A0CC-71C14AE09580}" type="presOf" srcId="{FA068318-1B81-4D0C-A1E6-AA97F2F48194}" destId="{1C0CA4C9-6F42-495C-B13D-39203F267913}" srcOrd="1" destOrd="0" presId="urn:microsoft.com/office/officeart/2005/8/layout/list1"/>
    <dgm:cxn modelId="{F1363871-3DD3-46B3-9E0A-0864BBFB8D77}" type="presOf" srcId="{42F77F59-0894-440A-8D7A-524A2BDC169A}" destId="{4E562706-CC78-46B7-BE40-0990A4AA259A}" srcOrd="0" destOrd="0" presId="urn:microsoft.com/office/officeart/2005/8/layout/list1"/>
    <dgm:cxn modelId="{4E6F2274-F6EF-4D7E-ADB8-0C2BC98F1470}" srcId="{2BA3B68A-A7A0-4FDD-8CCB-27D89CBB7F5F}" destId="{AF4985AE-4C5D-44FB-9B84-8C9C02C19D81}" srcOrd="4" destOrd="0" parTransId="{D3851647-E2DE-4D82-8693-A7BF6D50D11A}" sibTransId="{78BAF37F-6D21-48B0-AF83-069145E25088}"/>
    <dgm:cxn modelId="{8EA4FA78-112A-4746-AE29-AFA08D3F7923}" type="presOf" srcId="{C7CB96DE-0D51-4156-8ADE-8B8F9D4121CE}" destId="{59F8617C-837E-47B4-946F-7419A327CB7F}" srcOrd="0" destOrd="0" presId="urn:microsoft.com/office/officeart/2005/8/layout/list1"/>
    <dgm:cxn modelId="{A9AF4081-BE33-4A19-8389-5DAC9FC765BA}" srcId="{77A16381-F867-4748-BA28-C182DBBB7C09}" destId="{6C3B84B5-5F44-4F1F-A493-4A2102690437}" srcOrd="1" destOrd="0" parTransId="{0A82E076-E952-4A09-B6B9-467EFC30C8F3}" sibTransId="{E60B9E97-B617-4AD2-AED0-5AC8C87C6038}"/>
    <dgm:cxn modelId="{AF6DA493-C413-48AF-B3F5-268444F39477}" srcId="{2BA3B68A-A7A0-4FDD-8CCB-27D89CBB7F5F}" destId="{FA068318-1B81-4D0C-A1E6-AA97F2F48194}" srcOrd="3" destOrd="0" parTransId="{83E578EB-9A06-49B4-AA9D-39B6C49D5D7D}" sibTransId="{16F21EF7-9723-4282-B39E-CBCE3824E857}"/>
    <dgm:cxn modelId="{AB8BB697-7E5E-4EBC-B5FD-AA66F2B9DF42}" type="presOf" srcId="{42F77F59-0894-440A-8D7A-524A2BDC169A}" destId="{59A6F969-35CE-484E-9E1B-13D3D364A20F}" srcOrd="1" destOrd="0" presId="urn:microsoft.com/office/officeart/2005/8/layout/list1"/>
    <dgm:cxn modelId="{69D2E39C-09D9-4F3B-B673-4E82E5E2CD17}" type="presOf" srcId="{AF4985AE-4C5D-44FB-9B84-8C9C02C19D81}" destId="{5FCADE61-033A-4684-99A2-BF2570D60C04}" srcOrd="1" destOrd="0" presId="urn:microsoft.com/office/officeart/2005/8/layout/list1"/>
    <dgm:cxn modelId="{E3C7E0A1-C410-4B5B-93DF-CC7DB7990F43}" srcId="{42F77F59-0894-440A-8D7A-524A2BDC169A}" destId="{64EA2125-0854-452B-9A77-D857F794CCD4}" srcOrd="1" destOrd="0" parTransId="{E04D9B07-B289-4C6C-B615-4B9C7F3E52A2}" sibTransId="{9DB53B95-F8A6-4FB4-9F73-FB109A8BC1FB}"/>
    <dgm:cxn modelId="{0D1B29A6-D640-4F28-9A1D-427A89065FA6}" type="presOf" srcId="{C5B1FBD1-374D-4B31-AD1B-B282E1F0115D}" destId="{F0E77E54-BF45-4C41-B225-23FABEAF65E8}" srcOrd="0" destOrd="0" presId="urn:microsoft.com/office/officeart/2005/8/layout/list1"/>
    <dgm:cxn modelId="{68C34EA6-5D9C-46EB-8524-7392AA9172F6}" type="presOf" srcId="{C7CB96DE-0D51-4156-8ADE-8B8F9D4121CE}" destId="{6B8DDD84-B4A1-4A56-B1A3-D9DDD681FEBD}" srcOrd="1" destOrd="0" presId="urn:microsoft.com/office/officeart/2005/8/layout/list1"/>
    <dgm:cxn modelId="{D1B25BAC-5E93-403A-8ED8-599354C15DE8}" type="presOf" srcId="{A1B0C226-0BA6-49C2-9F65-D9AD1A71C82E}" destId="{841A327B-05AE-4EA5-BC8F-1D4130D9B24A}" srcOrd="0" destOrd="0" presId="urn:microsoft.com/office/officeart/2005/8/layout/list1"/>
    <dgm:cxn modelId="{D22602AE-296A-4184-996B-E41F824B5E66}" srcId="{2BA3B68A-A7A0-4FDD-8CCB-27D89CBB7F5F}" destId="{42F77F59-0894-440A-8D7A-524A2BDC169A}" srcOrd="0" destOrd="0" parTransId="{6E4C7F49-7636-46E8-9B95-402B7E180CAD}" sibTransId="{AB8CF277-943A-4B1A-992F-8DAFD5FB0BB9}"/>
    <dgm:cxn modelId="{64E3CFB4-FF1C-44DA-85D6-6D16AFF90663}" type="presOf" srcId="{2D365975-DB3D-47F9-A105-61EB5AB84546}" destId="{05FBD4E4-E94B-4DEF-BD05-8D8E974EBA42}" srcOrd="0" destOrd="0" presId="urn:microsoft.com/office/officeart/2005/8/layout/list1"/>
    <dgm:cxn modelId="{166B8BBB-7123-4BFC-856A-1BADCA4D93DE}" type="presOf" srcId="{43C3012A-2016-40E8-8B59-C23FD954F2EF}" destId="{F0E77E54-BF45-4C41-B225-23FABEAF65E8}" srcOrd="0" destOrd="1" presId="urn:microsoft.com/office/officeart/2005/8/layout/list1"/>
    <dgm:cxn modelId="{E95372C9-917A-45A8-ADC1-A9867A0C5A03}" type="presOf" srcId="{28F5224F-2C0E-4355-9AEE-9768FD2D9CA0}" destId="{9F68888E-8540-4C1F-BC53-974D0663037E}" srcOrd="0" destOrd="2" presId="urn:microsoft.com/office/officeart/2005/8/layout/list1"/>
    <dgm:cxn modelId="{0031E9DA-513D-441F-9FC3-B9ED63D81D42}" type="presOf" srcId="{6C3B84B5-5F44-4F1F-A493-4A2102690437}" destId="{9F68888E-8540-4C1F-BC53-974D0663037E}" srcOrd="0" destOrd="1" presId="urn:microsoft.com/office/officeart/2005/8/layout/list1"/>
    <dgm:cxn modelId="{F066DFE2-D985-4FB4-AD51-665B9F77FC15}" srcId="{C7CB96DE-0D51-4156-8ADE-8B8F9D4121CE}" destId="{C5B1FBD1-374D-4B31-AD1B-B282E1F0115D}" srcOrd="0" destOrd="0" parTransId="{AD0DB6A5-9F2B-4DFF-AAD9-BF2BC681941A}" sibTransId="{67CCAFCA-E071-4514-9EA2-8776D6408480}"/>
    <dgm:cxn modelId="{00D9B3EA-0873-423D-B4AF-8A282F71B138}" type="presOf" srcId="{77A16381-F867-4748-BA28-C182DBBB7C09}" destId="{CBD73B6D-6399-4B50-9158-A64F1D2D3456}" srcOrd="1" destOrd="0" presId="urn:microsoft.com/office/officeart/2005/8/layout/list1"/>
    <dgm:cxn modelId="{22E6C1EA-D7DE-49BF-AF17-A8A487ACE60D}" srcId="{42F77F59-0894-440A-8D7A-524A2BDC169A}" destId="{2D365975-DB3D-47F9-A105-61EB5AB84546}" srcOrd="0" destOrd="0" parTransId="{0821C6F9-3D03-4BF4-A684-0B9B97203B37}" sibTransId="{D57B268D-70ED-464C-809E-FF388C563E43}"/>
    <dgm:cxn modelId="{552B0EF6-727B-4F7B-85F3-537D1FB87745}" type="presOf" srcId="{C33F9BB0-6758-421E-B7C6-F18729CD725A}" destId="{3BC0FCFB-FEB1-4AA2-9DF2-F5FBD62F360F}" srcOrd="0" destOrd="0" presId="urn:microsoft.com/office/officeart/2005/8/layout/list1"/>
    <dgm:cxn modelId="{AED46507-D234-4E39-97F1-BF2773E1E80E}" type="presParOf" srcId="{3CDD8965-2705-4CF8-B0CB-1ACD9F41846A}" destId="{2316047E-3B6B-4628-B5AB-073592E8BC85}" srcOrd="0" destOrd="0" presId="urn:microsoft.com/office/officeart/2005/8/layout/list1"/>
    <dgm:cxn modelId="{94769B61-8194-4E21-AB56-6A23E1A3924A}" type="presParOf" srcId="{2316047E-3B6B-4628-B5AB-073592E8BC85}" destId="{4E562706-CC78-46B7-BE40-0990A4AA259A}" srcOrd="0" destOrd="0" presId="urn:microsoft.com/office/officeart/2005/8/layout/list1"/>
    <dgm:cxn modelId="{1BB01F27-6B62-4DE5-A32B-BCD2CF386C7C}" type="presParOf" srcId="{2316047E-3B6B-4628-B5AB-073592E8BC85}" destId="{59A6F969-35CE-484E-9E1B-13D3D364A20F}" srcOrd="1" destOrd="0" presId="urn:microsoft.com/office/officeart/2005/8/layout/list1"/>
    <dgm:cxn modelId="{CAB6DDA9-5443-4083-97FE-FF752D52E8B8}" type="presParOf" srcId="{3CDD8965-2705-4CF8-B0CB-1ACD9F41846A}" destId="{D37105A3-9F4E-4E48-8619-6CB4A2835F18}" srcOrd="1" destOrd="0" presId="urn:microsoft.com/office/officeart/2005/8/layout/list1"/>
    <dgm:cxn modelId="{1C18499D-6810-4437-9985-850A92695200}" type="presParOf" srcId="{3CDD8965-2705-4CF8-B0CB-1ACD9F41846A}" destId="{05FBD4E4-E94B-4DEF-BD05-8D8E974EBA42}" srcOrd="2" destOrd="0" presId="urn:microsoft.com/office/officeart/2005/8/layout/list1"/>
    <dgm:cxn modelId="{A3C0D174-E682-45F1-A0E0-8703D5950F05}" type="presParOf" srcId="{3CDD8965-2705-4CF8-B0CB-1ACD9F41846A}" destId="{AF1EEBFB-4E0B-4CFC-8B0F-7E95712B2BD5}" srcOrd="3" destOrd="0" presId="urn:microsoft.com/office/officeart/2005/8/layout/list1"/>
    <dgm:cxn modelId="{BBA7B54C-FF63-4A8D-A824-CCFF6BC1703C}" type="presParOf" srcId="{3CDD8965-2705-4CF8-B0CB-1ACD9F41846A}" destId="{6B252FE2-10D6-4D22-B058-FB593C2BBEEC}" srcOrd="4" destOrd="0" presId="urn:microsoft.com/office/officeart/2005/8/layout/list1"/>
    <dgm:cxn modelId="{2B332F2C-EC1D-4287-8716-7E26F89E5469}" type="presParOf" srcId="{6B252FE2-10D6-4D22-B058-FB593C2BBEEC}" destId="{59F8617C-837E-47B4-946F-7419A327CB7F}" srcOrd="0" destOrd="0" presId="urn:microsoft.com/office/officeart/2005/8/layout/list1"/>
    <dgm:cxn modelId="{2FC1A301-CF44-4C06-838E-18D9F1D900A6}" type="presParOf" srcId="{6B252FE2-10D6-4D22-B058-FB593C2BBEEC}" destId="{6B8DDD84-B4A1-4A56-B1A3-D9DDD681FEBD}" srcOrd="1" destOrd="0" presId="urn:microsoft.com/office/officeart/2005/8/layout/list1"/>
    <dgm:cxn modelId="{7798E4CD-A652-4849-B8B3-196224E44C10}" type="presParOf" srcId="{3CDD8965-2705-4CF8-B0CB-1ACD9F41846A}" destId="{2CFFBA05-6135-490A-98E6-9716DA7BC27C}" srcOrd="5" destOrd="0" presId="urn:microsoft.com/office/officeart/2005/8/layout/list1"/>
    <dgm:cxn modelId="{3100BA63-B2A1-4265-A754-21D1E5A69F5C}" type="presParOf" srcId="{3CDD8965-2705-4CF8-B0CB-1ACD9F41846A}" destId="{F0E77E54-BF45-4C41-B225-23FABEAF65E8}" srcOrd="6" destOrd="0" presId="urn:microsoft.com/office/officeart/2005/8/layout/list1"/>
    <dgm:cxn modelId="{92058561-E599-4FE3-A4CC-2ED3A88BF955}" type="presParOf" srcId="{3CDD8965-2705-4CF8-B0CB-1ACD9F41846A}" destId="{20324FE8-7E52-4C65-9A35-56E7C610C49D}" srcOrd="7" destOrd="0" presId="urn:microsoft.com/office/officeart/2005/8/layout/list1"/>
    <dgm:cxn modelId="{EB21E3AE-FF4D-4F98-B3ED-AA9488D8C03F}" type="presParOf" srcId="{3CDD8965-2705-4CF8-B0CB-1ACD9F41846A}" destId="{6C40313A-6BF4-4F50-BF80-4D961A54A313}" srcOrd="8" destOrd="0" presId="urn:microsoft.com/office/officeart/2005/8/layout/list1"/>
    <dgm:cxn modelId="{59C00C9D-3BF4-42FC-A823-73A616080526}" type="presParOf" srcId="{6C40313A-6BF4-4F50-BF80-4D961A54A313}" destId="{8DB76865-BB12-49E0-B703-707E1E437E3B}" srcOrd="0" destOrd="0" presId="urn:microsoft.com/office/officeart/2005/8/layout/list1"/>
    <dgm:cxn modelId="{7D4BEE56-6DD4-4E83-BEA5-8685A8443D01}" type="presParOf" srcId="{6C40313A-6BF4-4F50-BF80-4D961A54A313}" destId="{CBD73B6D-6399-4B50-9158-A64F1D2D3456}" srcOrd="1" destOrd="0" presId="urn:microsoft.com/office/officeart/2005/8/layout/list1"/>
    <dgm:cxn modelId="{D6DB00B2-10F3-4FBE-8BB5-D795E2518DC5}" type="presParOf" srcId="{3CDD8965-2705-4CF8-B0CB-1ACD9F41846A}" destId="{FFC1B0B9-32A4-426A-8A3A-C0B146755CC7}" srcOrd="9" destOrd="0" presId="urn:microsoft.com/office/officeart/2005/8/layout/list1"/>
    <dgm:cxn modelId="{9C515B6A-778D-4FFA-B42C-1CCB6DAE3822}" type="presParOf" srcId="{3CDD8965-2705-4CF8-B0CB-1ACD9F41846A}" destId="{9F68888E-8540-4C1F-BC53-974D0663037E}" srcOrd="10" destOrd="0" presId="urn:microsoft.com/office/officeart/2005/8/layout/list1"/>
    <dgm:cxn modelId="{B05F6987-58C8-4166-922F-106D8ACA7D8C}" type="presParOf" srcId="{3CDD8965-2705-4CF8-B0CB-1ACD9F41846A}" destId="{7C9C512E-A78C-4465-8C5D-78515B6D08D8}" srcOrd="11" destOrd="0" presId="urn:microsoft.com/office/officeart/2005/8/layout/list1"/>
    <dgm:cxn modelId="{98F49E9F-B169-42AA-A50F-CE79103A0BFF}" type="presParOf" srcId="{3CDD8965-2705-4CF8-B0CB-1ACD9F41846A}" destId="{B18A3391-A079-4FF4-9929-9543211C2A24}" srcOrd="12" destOrd="0" presId="urn:microsoft.com/office/officeart/2005/8/layout/list1"/>
    <dgm:cxn modelId="{CC731994-269F-40E6-A499-212BBDCC79B7}" type="presParOf" srcId="{B18A3391-A079-4FF4-9929-9543211C2A24}" destId="{D3F88A73-0F91-4E02-9CA0-B65BD8412F0E}" srcOrd="0" destOrd="0" presId="urn:microsoft.com/office/officeart/2005/8/layout/list1"/>
    <dgm:cxn modelId="{5A9B6310-D052-4C0C-9088-47630A4CDFD8}" type="presParOf" srcId="{B18A3391-A079-4FF4-9929-9543211C2A24}" destId="{1C0CA4C9-6F42-495C-B13D-39203F267913}" srcOrd="1" destOrd="0" presId="urn:microsoft.com/office/officeart/2005/8/layout/list1"/>
    <dgm:cxn modelId="{98B6056F-A05D-49C5-B6BC-D89FB1783E9D}" type="presParOf" srcId="{3CDD8965-2705-4CF8-B0CB-1ACD9F41846A}" destId="{56645E60-206C-4CB0-88A7-66095448124D}" srcOrd="13" destOrd="0" presId="urn:microsoft.com/office/officeart/2005/8/layout/list1"/>
    <dgm:cxn modelId="{102C1FB9-5F03-45CB-BBA0-01B16E4F18ED}" type="presParOf" srcId="{3CDD8965-2705-4CF8-B0CB-1ACD9F41846A}" destId="{3BC0FCFB-FEB1-4AA2-9DF2-F5FBD62F360F}" srcOrd="14" destOrd="0" presId="urn:microsoft.com/office/officeart/2005/8/layout/list1"/>
    <dgm:cxn modelId="{93D27854-7B38-47C2-A589-DE3F353BA893}" type="presParOf" srcId="{3CDD8965-2705-4CF8-B0CB-1ACD9F41846A}" destId="{A80DDF12-A3BE-44FC-AAA0-4CDA464E36E5}" srcOrd="15" destOrd="0" presId="urn:microsoft.com/office/officeart/2005/8/layout/list1"/>
    <dgm:cxn modelId="{5D0A036D-0FBA-4079-B0F0-AA2ACDDBF21E}" type="presParOf" srcId="{3CDD8965-2705-4CF8-B0CB-1ACD9F41846A}" destId="{B349A0CB-625B-4F8F-BEC4-85A50E75A8A0}" srcOrd="16" destOrd="0" presId="urn:microsoft.com/office/officeart/2005/8/layout/list1"/>
    <dgm:cxn modelId="{E8C5E148-F7CD-42C9-AC90-2D0FE3D8158B}" type="presParOf" srcId="{B349A0CB-625B-4F8F-BEC4-85A50E75A8A0}" destId="{D12EDD37-952A-4C25-983A-15007AEFBE33}" srcOrd="0" destOrd="0" presId="urn:microsoft.com/office/officeart/2005/8/layout/list1"/>
    <dgm:cxn modelId="{3E777F14-EFC7-4258-8A26-E25FFE3190B7}" type="presParOf" srcId="{B349A0CB-625B-4F8F-BEC4-85A50E75A8A0}" destId="{5FCADE61-033A-4684-99A2-BF2570D60C04}" srcOrd="1" destOrd="0" presId="urn:microsoft.com/office/officeart/2005/8/layout/list1"/>
    <dgm:cxn modelId="{DE38FF15-D15F-4E4F-BD98-67F1C94EE968}" type="presParOf" srcId="{3CDD8965-2705-4CF8-B0CB-1ACD9F41846A}" destId="{4C657097-F837-4229-8DEE-487B94BA9E3F}" srcOrd="17" destOrd="0" presId="urn:microsoft.com/office/officeart/2005/8/layout/list1"/>
    <dgm:cxn modelId="{FB540EC5-72B5-442B-9000-175D386F9C1D}" type="presParOf" srcId="{3CDD8965-2705-4CF8-B0CB-1ACD9F41846A}" destId="{841A327B-05AE-4EA5-BC8F-1D4130D9B24A}" srcOrd="18" destOrd="0" presId="urn:microsoft.com/office/officeart/2005/8/layout/list1"/>
  </dgm:cxnLst>
  <dgm:bg>
    <a:solidFill>
      <a:schemeClr val="bg1"/>
    </a:solid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040664-FDE2-4714-B99C-35DAC5D7746E}" type="doc">
      <dgm:prSet loTypeId="urn:microsoft.com/office/officeart/2005/8/layout/chevron2" loCatId="list" qsTypeId="urn:microsoft.com/office/officeart/2005/8/quickstyle/3d3" qsCatId="3D" csTypeId="urn:microsoft.com/office/officeart/2005/8/colors/colorful1" csCatId="colorful" phldr="1"/>
      <dgm:spPr/>
      <dgm:t>
        <a:bodyPr/>
        <a:lstStyle/>
        <a:p>
          <a:endParaRPr lang="en-US"/>
        </a:p>
      </dgm:t>
    </dgm:pt>
    <dgm:pt modelId="{1941BA12-01F2-4C25-A705-B03C7CB3CA21}">
      <dgm:prSet phldrT="[Text]"/>
      <dgm:spPr>
        <a:solidFill>
          <a:srgbClr val="E92F4A"/>
        </a:solidFill>
      </dgm:spPr>
      <dgm:t>
        <a:bodyPr/>
        <a:lstStyle/>
        <a:p>
          <a:r>
            <a:rPr lang="en-US" b="1" cap="none" spc="50" dirty="0">
              <a:ln w="0"/>
              <a:effectLst>
                <a:innerShdw blurRad="63500" dist="50800" dir="13500000">
                  <a:srgbClr val="000000">
                    <a:alpha val="50000"/>
                  </a:srgbClr>
                </a:innerShdw>
              </a:effectLst>
            </a:rPr>
            <a:t>Step 1</a:t>
          </a:r>
        </a:p>
      </dgm:t>
    </dgm:pt>
    <dgm:pt modelId="{13399F47-331C-436B-BD25-E0B31CEE9788}" type="parTrans" cxnId="{0C9F3513-9E44-4785-AFF5-14A666842BB3}">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CC81CDD0-FFBB-498E-9D0F-A8215E670FB8}" type="sibTrans" cxnId="{0C9F3513-9E44-4785-AFF5-14A666842BB3}">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4171B8FA-ABA3-4C5A-9BA0-64CD08D418CA}">
      <dgm:prSet phldrT="[Text]"/>
      <dgm:spPr/>
      <dgm:t>
        <a:bodyPr/>
        <a:lstStyle/>
        <a:p>
          <a:r>
            <a:rPr lang="en-US" b="1" cap="none" spc="50">
              <a:ln w="0"/>
              <a:solidFill>
                <a:schemeClr val="bg2"/>
              </a:solidFill>
              <a:effectLst>
                <a:innerShdw blurRad="63500" dist="50800" dir="13500000">
                  <a:srgbClr val="000000">
                    <a:alpha val="50000"/>
                  </a:srgbClr>
                </a:innerShdw>
              </a:effectLst>
            </a:rPr>
            <a:t>Download The App</a:t>
          </a:r>
          <a:endParaRPr lang="en-US" b="1" cap="none" spc="50" dirty="0">
            <a:ln w="0"/>
            <a:solidFill>
              <a:schemeClr val="bg2"/>
            </a:solidFill>
            <a:effectLst>
              <a:innerShdw blurRad="63500" dist="50800" dir="13500000">
                <a:srgbClr val="000000">
                  <a:alpha val="50000"/>
                </a:srgbClr>
              </a:innerShdw>
            </a:effectLst>
          </a:endParaRPr>
        </a:p>
      </dgm:t>
    </dgm:pt>
    <dgm:pt modelId="{14CEDD6C-E634-4C76-8816-E982E4A79F98}" type="parTrans" cxnId="{F04609A4-D378-4473-80CC-56D27E261EAF}">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0E7B0A8B-AED1-40EC-84F7-6111B6ACF2C9}" type="sibTrans" cxnId="{F04609A4-D378-4473-80CC-56D27E261EAF}">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F82377A7-B870-4D80-A5C9-580B7B2733CD}">
      <dgm:prSet phldrT="[Text]"/>
      <dgm:spPr>
        <a:solidFill>
          <a:srgbClr val="E92F4A"/>
        </a:solidFill>
      </dgm:spPr>
      <dgm:t>
        <a:bodyPr/>
        <a:lstStyle/>
        <a:p>
          <a:r>
            <a:rPr lang="en-US" b="1" cap="none" spc="50">
              <a:ln w="0"/>
              <a:effectLst>
                <a:innerShdw blurRad="63500" dist="50800" dir="13500000">
                  <a:srgbClr val="000000">
                    <a:alpha val="50000"/>
                  </a:srgbClr>
                </a:innerShdw>
              </a:effectLst>
            </a:rPr>
            <a:t>Step 2</a:t>
          </a:r>
          <a:endParaRPr lang="en-US" b="1" cap="none" spc="50" dirty="0">
            <a:ln w="0"/>
            <a:effectLst>
              <a:innerShdw blurRad="63500" dist="50800" dir="13500000">
                <a:srgbClr val="000000">
                  <a:alpha val="50000"/>
                </a:srgbClr>
              </a:innerShdw>
            </a:effectLst>
          </a:endParaRPr>
        </a:p>
      </dgm:t>
    </dgm:pt>
    <dgm:pt modelId="{DF800696-B959-4116-8217-5EA85AE4824C}" type="parTrans" cxnId="{5811A79C-D615-4D4F-937F-C67DA9BD7C45}">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254BEF86-9702-4E66-9693-93B7731723BF}" type="sibTrans" cxnId="{5811A79C-D615-4D4F-937F-C67DA9BD7C45}">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D26D20BA-DA31-441B-A977-FB409E4A236E}">
      <dgm:prSet phldrT="[Text]"/>
      <dgm:spPr/>
      <dgm:t>
        <a:bodyPr/>
        <a:lstStyle/>
        <a:p>
          <a:r>
            <a:rPr lang="en-US" b="1" cap="none" spc="50">
              <a:ln w="0"/>
              <a:solidFill>
                <a:schemeClr val="bg2"/>
              </a:solidFill>
              <a:effectLst>
                <a:innerShdw blurRad="63500" dist="50800" dir="13500000">
                  <a:srgbClr val="000000">
                    <a:alpha val="50000"/>
                  </a:srgbClr>
                </a:innerShdw>
              </a:effectLst>
            </a:rPr>
            <a:t>Search for location</a:t>
          </a:r>
          <a:endParaRPr lang="en-US" b="1" cap="none" spc="50" dirty="0">
            <a:ln w="0"/>
            <a:solidFill>
              <a:schemeClr val="bg2"/>
            </a:solidFill>
            <a:effectLst>
              <a:innerShdw blurRad="63500" dist="50800" dir="13500000">
                <a:srgbClr val="000000">
                  <a:alpha val="50000"/>
                </a:srgbClr>
              </a:innerShdw>
            </a:effectLst>
          </a:endParaRPr>
        </a:p>
      </dgm:t>
    </dgm:pt>
    <dgm:pt modelId="{E9BFE285-318D-49AC-BFD4-3685B09B53A8}" type="parTrans" cxnId="{BC1F14D2-5EE2-484B-8335-99ACD901B4F8}">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A0BCC20C-F045-4D78-80C6-C92812579950}" type="sibTrans" cxnId="{BC1F14D2-5EE2-484B-8335-99ACD901B4F8}">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5FAA2DE1-1B77-4D9D-BD71-01CEF391F1F5}">
      <dgm:prSet phldrT="[Text]"/>
      <dgm:spPr>
        <a:solidFill>
          <a:srgbClr val="E92F4A"/>
        </a:solidFill>
      </dgm:spPr>
      <dgm:t>
        <a:bodyPr/>
        <a:lstStyle/>
        <a:p>
          <a:r>
            <a:rPr lang="en-US" b="1" cap="none" spc="50">
              <a:ln w="0"/>
              <a:effectLst>
                <a:innerShdw blurRad="63500" dist="50800" dir="13500000">
                  <a:srgbClr val="000000">
                    <a:alpha val="50000"/>
                  </a:srgbClr>
                </a:innerShdw>
              </a:effectLst>
            </a:rPr>
            <a:t>Step 3</a:t>
          </a:r>
          <a:endParaRPr lang="en-US" b="1" cap="none" spc="50" dirty="0">
            <a:ln w="0"/>
            <a:effectLst>
              <a:innerShdw blurRad="63500" dist="50800" dir="13500000">
                <a:srgbClr val="000000">
                  <a:alpha val="50000"/>
                </a:srgbClr>
              </a:innerShdw>
            </a:effectLst>
          </a:endParaRPr>
        </a:p>
      </dgm:t>
    </dgm:pt>
    <dgm:pt modelId="{F426DE52-BBEA-4D6C-A646-317E332E9B09}" type="parTrans" cxnId="{0E11CE95-4F04-4E4E-9FD2-699D2F4AFCA9}">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BBC15127-4FDD-45C4-9F72-0D819B58D2E0}" type="sibTrans" cxnId="{0E11CE95-4F04-4E4E-9FD2-699D2F4AFCA9}">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C28B0F0D-EFA0-4D7F-B41F-25D352A2E176}">
      <dgm:prSet phldrT="[Text]"/>
      <dgm:spPr/>
      <dgm:t>
        <a:bodyPr/>
        <a:lstStyle/>
        <a:p>
          <a:r>
            <a:rPr lang="en-US" b="1" cap="none" spc="50">
              <a:ln w="0"/>
              <a:solidFill>
                <a:schemeClr val="bg2"/>
              </a:solidFill>
              <a:effectLst>
                <a:innerShdw blurRad="63500" dist="50800" dir="13500000">
                  <a:srgbClr val="000000">
                    <a:alpha val="50000"/>
                  </a:srgbClr>
                </a:innerShdw>
              </a:effectLst>
            </a:rPr>
            <a:t>Get Direction</a:t>
          </a:r>
          <a:endParaRPr lang="en-US" b="1" cap="none" spc="50" dirty="0">
            <a:ln w="0"/>
            <a:solidFill>
              <a:schemeClr val="bg2"/>
            </a:solidFill>
            <a:effectLst>
              <a:innerShdw blurRad="63500" dist="50800" dir="13500000">
                <a:srgbClr val="000000">
                  <a:alpha val="50000"/>
                </a:srgbClr>
              </a:innerShdw>
            </a:effectLst>
          </a:endParaRPr>
        </a:p>
      </dgm:t>
    </dgm:pt>
    <dgm:pt modelId="{6181C3BF-3AE9-47D4-BFA1-0C3268D3052C}" type="parTrans" cxnId="{67370FCD-8F9C-4298-AE48-1F6D8C0E286E}">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5F36BD4C-F29E-444B-96FE-7CB395B4744F}" type="sibTrans" cxnId="{67370FCD-8F9C-4298-AE48-1F6D8C0E286E}">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A2504386-A46D-4C24-8DE6-77E9EF407577}">
      <dgm:prSet phldrT="[Text]"/>
      <dgm:spPr/>
      <dgm:t>
        <a:bodyPr/>
        <a:lstStyle/>
        <a:p>
          <a:r>
            <a:rPr lang="en-US" b="1" cap="none" spc="50">
              <a:ln w="0"/>
              <a:solidFill>
                <a:schemeClr val="bg2"/>
              </a:solidFill>
              <a:effectLst>
                <a:innerShdw blurRad="63500" dist="50800" dir="13500000">
                  <a:srgbClr val="000000">
                    <a:alpha val="50000"/>
                  </a:srgbClr>
                </a:innerShdw>
              </a:effectLst>
            </a:rPr>
            <a:t>Find the location and more info</a:t>
          </a:r>
          <a:endParaRPr lang="en-US" b="1" cap="none" spc="50" dirty="0">
            <a:ln w="0"/>
            <a:solidFill>
              <a:schemeClr val="bg2"/>
            </a:solidFill>
            <a:effectLst>
              <a:innerShdw blurRad="63500" dist="50800" dir="13500000">
                <a:srgbClr val="000000">
                  <a:alpha val="50000"/>
                </a:srgbClr>
              </a:innerShdw>
            </a:effectLst>
          </a:endParaRPr>
        </a:p>
      </dgm:t>
    </dgm:pt>
    <dgm:pt modelId="{E0BD45AF-E904-4B92-AB66-7CB831664011}" type="parTrans" cxnId="{2C63A357-1C38-416C-8866-37E352C35949}">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0853AA3B-9456-4E3E-A0C2-29E0040B1609}" type="sibTrans" cxnId="{2C63A357-1C38-416C-8866-37E352C35949}">
      <dgm:prSet/>
      <dgm:spPr/>
      <dgm:t>
        <a:bodyPr/>
        <a:lstStyle/>
        <a:p>
          <a:endParaRPr lang="en-US" b="1" cap="none" spc="50">
            <a:ln w="0"/>
            <a:solidFill>
              <a:schemeClr val="bg2"/>
            </a:solidFill>
            <a:effectLst>
              <a:innerShdw blurRad="63500" dist="50800" dir="13500000">
                <a:srgbClr val="000000">
                  <a:alpha val="50000"/>
                </a:srgbClr>
              </a:innerShdw>
            </a:effectLst>
          </a:endParaRPr>
        </a:p>
      </dgm:t>
    </dgm:pt>
    <dgm:pt modelId="{FBCFD13D-94CA-455E-A1F2-E08FC7C931B7}" type="pres">
      <dgm:prSet presAssocID="{2C040664-FDE2-4714-B99C-35DAC5D7746E}" presName="linearFlow" presStyleCnt="0">
        <dgm:presLayoutVars>
          <dgm:dir/>
          <dgm:animLvl val="lvl"/>
          <dgm:resizeHandles val="exact"/>
        </dgm:presLayoutVars>
      </dgm:prSet>
      <dgm:spPr/>
    </dgm:pt>
    <dgm:pt modelId="{FBA0ED55-CEDB-4284-AD9D-06C0E561C175}" type="pres">
      <dgm:prSet presAssocID="{1941BA12-01F2-4C25-A705-B03C7CB3CA21}" presName="composite" presStyleCnt="0"/>
      <dgm:spPr/>
    </dgm:pt>
    <dgm:pt modelId="{59BA03AA-66C0-455F-AFF9-977162931F67}" type="pres">
      <dgm:prSet presAssocID="{1941BA12-01F2-4C25-A705-B03C7CB3CA21}" presName="parentText" presStyleLbl="alignNode1" presStyleIdx="0" presStyleCnt="3">
        <dgm:presLayoutVars>
          <dgm:chMax val="1"/>
          <dgm:bulletEnabled val="1"/>
        </dgm:presLayoutVars>
      </dgm:prSet>
      <dgm:spPr/>
    </dgm:pt>
    <dgm:pt modelId="{6D35B0A5-0B70-4C5E-B2B0-064EFB58138A}" type="pres">
      <dgm:prSet presAssocID="{1941BA12-01F2-4C25-A705-B03C7CB3CA21}" presName="descendantText" presStyleLbl="alignAcc1" presStyleIdx="0" presStyleCnt="3">
        <dgm:presLayoutVars>
          <dgm:bulletEnabled val="1"/>
        </dgm:presLayoutVars>
      </dgm:prSet>
      <dgm:spPr/>
    </dgm:pt>
    <dgm:pt modelId="{94591BB1-F2A7-4AB2-9C86-E5F195361399}" type="pres">
      <dgm:prSet presAssocID="{CC81CDD0-FFBB-498E-9D0F-A8215E670FB8}" presName="sp" presStyleCnt="0"/>
      <dgm:spPr/>
    </dgm:pt>
    <dgm:pt modelId="{032BD5FA-23C9-482D-8F2A-70B53E07C3AB}" type="pres">
      <dgm:prSet presAssocID="{F82377A7-B870-4D80-A5C9-580B7B2733CD}" presName="composite" presStyleCnt="0"/>
      <dgm:spPr/>
    </dgm:pt>
    <dgm:pt modelId="{C296555B-78C8-4BBD-80D9-4CB3A1A9C243}" type="pres">
      <dgm:prSet presAssocID="{F82377A7-B870-4D80-A5C9-580B7B2733CD}" presName="parentText" presStyleLbl="alignNode1" presStyleIdx="1" presStyleCnt="3">
        <dgm:presLayoutVars>
          <dgm:chMax val="1"/>
          <dgm:bulletEnabled val="1"/>
        </dgm:presLayoutVars>
      </dgm:prSet>
      <dgm:spPr/>
    </dgm:pt>
    <dgm:pt modelId="{022077BE-D01C-4738-B618-BCDEAB828C3E}" type="pres">
      <dgm:prSet presAssocID="{F82377A7-B870-4D80-A5C9-580B7B2733CD}" presName="descendantText" presStyleLbl="alignAcc1" presStyleIdx="1" presStyleCnt="3">
        <dgm:presLayoutVars>
          <dgm:bulletEnabled val="1"/>
        </dgm:presLayoutVars>
      </dgm:prSet>
      <dgm:spPr/>
    </dgm:pt>
    <dgm:pt modelId="{D82A6910-A1BB-4832-9343-2B3CC1F553E1}" type="pres">
      <dgm:prSet presAssocID="{254BEF86-9702-4E66-9693-93B7731723BF}" presName="sp" presStyleCnt="0"/>
      <dgm:spPr/>
    </dgm:pt>
    <dgm:pt modelId="{1D1AB733-C208-4261-BA00-7830FB02B1E8}" type="pres">
      <dgm:prSet presAssocID="{5FAA2DE1-1B77-4D9D-BD71-01CEF391F1F5}" presName="composite" presStyleCnt="0"/>
      <dgm:spPr/>
    </dgm:pt>
    <dgm:pt modelId="{02A4D58B-A057-4425-9363-9E17D4C3E3EE}" type="pres">
      <dgm:prSet presAssocID="{5FAA2DE1-1B77-4D9D-BD71-01CEF391F1F5}" presName="parentText" presStyleLbl="alignNode1" presStyleIdx="2" presStyleCnt="3">
        <dgm:presLayoutVars>
          <dgm:chMax val="1"/>
          <dgm:bulletEnabled val="1"/>
        </dgm:presLayoutVars>
      </dgm:prSet>
      <dgm:spPr/>
    </dgm:pt>
    <dgm:pt modelId="{EF3F8E66-E2A9-48E0-98FB-A637093B254F}" type="pres">
      <dgm:prSet presAssocID="{5FAA2DE1-1B77-4D9D-BD71-01CEF391F1F5}" presName="descendantText" presStyleLbl="alignAcc1" presStyleIdx="2" presStyleCnt="3">
        <dgm:presLayoutVars>
          <dgm:bulletEnabled val="1"/>
        </dgm:presLayoutVars>
      </dgm:prSet>
      <dgm:spPr/>
    </dgm:pt>
  </dgm:ptLst>
  <dgm:cxnLst>
    <dgm:cxn modelId="{0C9F3513-9E44-4785-AFF5-14A666842BB3}" srcId="{2C040664-FDE2-4714-B99C-35DAC5D7746E}" destId="{1941BA12-01F2-4C25-A705-B03C7CB3CA21}" srcOrd="0" destOrd="0" parTransId="{13399F47-331C-436B-BD25-E0B31CEE9788}" sibTransId="{CC81CDD0-FFBB-498E-9D0F-A8215E670FB8}"/>
    <dgm:cxn modelId="{DA5F711C-A124-411F-8808-C801EE73CEEE}" type="presOf" srcId="{A2504386-A46D-4C24-8DE6-77E9EF407577}" destId="{022077BE-D01C-4738-B618-BCDEAB828C3E}" srcOrd="0" destOrd="1" presId="urn:microsoft.com/office/officeart/2005/8/layout/chevron2"/>
    <dgm:cxn modelId="{E49C4022-5BE5-494C-8292-9B220D77B8DE}" type="presOf" srcId="{1941BA12-01F2-4C25-A705-B03C7CB3CA21}" destId="{59BA03AA-66C0-455F-AFF9-977162931F67}" srcOrd="0" destOrd="0" presId="urn:microsoft.com/office/officeart/2005/8/layout/chevron2"/>
    <dgm:cxn modelId="{08836723-E1B6-4A40-B2FF-13E4BEC315BF}" type="presOf" srcId="{2C040664-FDE2-4714-B99C-35DAC5D7746E}" destId="{FBCFD13D-94CA-455E-A1F2-E08FC7C931B7}" srcOrd="0" destOrd="0" presId="urn:microsoft.com/office/officeart/2005/8/layout/chevron2"/>
    <dgm:cxn modelId="{45BA1B2A-8C17-49AC-B6A7-B6FDFA0D800D}" type="presOf" srcId="{C28B0F0D-EFA0-4D7F-B41F-25D352A2E176}" destId="{EF3F8E66-E2A9-48E0-98FB-A637093B254F}" srcOrd="0" destOrd="0" presId="urn:microsoft.com/office/officeart/2005/8/layout/chevron2"/>
    <dgm:cxn modelId="{D0F5FB38-8385-4A6A-A91E-9C1DC283308F}" type="presOf" srcId="{5FAA2DE1-1B77-4D9D-BD71-01CEF391F1F5}" destId="{02A4D58B-A057-4425-9363-9E17D4C3E3EE}" srcOrd="0" destOrd="0" presId="urn:microsoft.com/office/officeart/2005/8/layout/chevron2"/>
    <dgm:cxn modelId="{3FAEA972-9CE7-4B90-99A0-2C36993454DA}" type="presOf" srcId="{D26D20BA-DA31-441B-A977-FB409E4A236E}" destId="{022077BE-D01C-4738-B618-BCDEAB828C3E}" srcOrd="0" destOrd="0" presId="urn:microsoft.com/office/officeart/2005/8/layout/chevron2"/>
    <dgm:cxn modelId="{2C63A357-1C38-416C-8866-37E352C35949}" srcId="{F82377A7-B870-4D80-A5C9-580B7B2733CD}" destId="{A2504386-A46D-4C24-8DE6-77E9EF407577}" srcOrd="1" destOrd="0" parTransId="{E0BD45AF-E904-4B92-AB66-7CB831664011}" sibTransId="{0853AA3B-9456-4E3E-A0C2-29E0040B1609}"/>
    <dgm:cxn modelId="{0E11CE95-4F04-4E4E-9FD2-699D2F4AFCA9}" srcId="{2C040664-FDE2-4714-B99C-35DAC5D7746E}" destId="{5FAA2DE1-1B77-4D9D-BD71-01CEF391F1F5}" srcOrd="2" destOrd="0" parTransId="{F426DE52-BBEA-4D6C-A646-317E332E9B09}" sibTransId="{BBC15127-4FDD-45C4-9F72-0D819B58D2E0}"/>
    <dgm:cxn modelId="{5811A79C-D615-4D4F-937F-C67DA9BD7C45}" srcId="{2C040664-FDE2-4714-B99C-35DAC5D7746E}" destId="{F82377A7-B870-4D80-A5C9-580B7B2733CD}" srcOrd="1" destOrd="0" parTransId="{DF800696-B959-4116-8217-5EA85AE4824C}" sibTransId="{254BEF86-9702-4E66-9693-93B7731723BF}"/>
    <dgm:cxn modelId="{F04609A4-D378-4473-80CC-56D27E261EAF}" srcId="{1941BA12-01F2-4C25-A705-B03C7CB3CA21}" destId="{4171B8FA-ABA3-4C5A-9BA0-64CD08D418CA}" srcOrd="0" destOrd="0" parTransId="{14CEDD6C-E634-4C76-8816-E982E4A79F98}" sibTransId="{0E7B0A8B-AED1-40EC-84F7-6111B6ACF2C9}"/>
    <dgm:cxn modelId="{9C2A0EA6-2777-4243-AB42-13E210AE360E}" type="presOf" srcId="{F82377A7-B870-4D80-A5C9-580B7B2733CD}" destId="{C296555B-78C8-4BBD-80D9-4CB3A1A9C243}" srcOrd="0" destOrd="0" presId="urn:microsoft.com/office/officeart/2005/8/layout/chevron2"/>
    <dgm:cxn modelId="{67370FCD-8F9C-4298-AE48-1F6D8C0E286E}" srcId="{5FAA2DE1-1B77-4D9D-BD71-01CEF391F1F5}" destId="{C28B0F0D-EFA0-4D7F-B41F-25D352A2E176}" srcOrd="0" destOrd="0" parTransId="{6181C3BF-3AE9-47D4-BFA1-0C3268D3052C}" sibTransId="{5F36BD4C-F29E-444B-96FE-7CB395B4744F}"/>
    <dgm:cxn modelId="{BC1F14D2-5EE2-484B-8335-99ACD901B4F8}" srcId="{F82377A7-B870-4D80-A5C9-580B7B2733CD}" destId="{D26D20BA-DA31-441B-A977-FB409E4A236E}" srcOrd="0" destOrd="0" parTransId="{E9BFE285-318D-49AC-BFD4-3685B09B53A8}" sibTransId="{A0BCC20C-F045-4D78-80C6-C92812579950}"/>
    <dgm:cxn modelId="{6F2BC8D9-B571-4287-B5C3-CBB635CC5E55}" type="presOf" srcId="{4171B8FA-ABA3-4C5A-9BA0-64CD08D418CA}" destId="{6D35B0A5-0B70-4C5E-B2B0-064EFB58138A}" srcOrd="0" destOrd="0" presId="urn:microsoft.com/office/officeart/2005/8/layout/chevron2"/>
    <dgm:cxn modelId="{272B0180-D1C4-48AC-9AA9-907A7042029B}" type="presParOf" srcId="{FBCFD13D-94CA-455E-A1F2-E08FC7C931B7}" destId="{FBA0ED55-CEDB-4284-AD9D-06C0E561C175}" srcOrd="0" destOrd="0" presId="urn:microsoft.com/office/officeart/2005/8/layout/chevron2"/>
    <dgm:cxn modelId="{8B251D1A-913B-443A-90A5-52FBA3BC4216}" type="presParOf" srcId="{FBA0ED55-CEDB-4284-AD9D-06C0E561C175}" destId="{59BA03AA-66C0-455F-AFF9-977162931F67}" srcOrd="0" destOrd="0" presId="urn:microsoft.com/office/officeart/2005/8/layout/chevron2"/>
    <dgm:cxn modelId="{BA519531-6B6D-4932-B1C6-22C7AF9F1B1F}" type="presParOf" srcId="{FBA0ED55-CEDB-4284-AD9D-06C0E561C175}" destId="{6D35B0A5-0B70-4C5E-B2B0-064EFB58138A}" srcOrd="1" destOrd="0" presId="urn:microsoft.com/office/officeart/2005/8/layout/chevron2"/>
    <dgm:cxn modelId="{0601AB4A-F3DF-498F-9AA0-E0580EEB3378}" type="presParOf" srcId="{FBCFD13D-94CA-455E-A1F2-E08FC7C931B7}" destId="{94591BB1-F2A7-4AB2-9C86-E5F195361399}" srcOrd="1" destOrd="0" presId="urn:microsoft.com/office/officeart/2005/8/layout/chevron2"/>
    <dgm:cxn modelId="{BF4EA0A8-9657-4EB5-AEE3-1EED54E3E07B}" type="presParOf" srcId="{FBCFD13D-94CA-455E-A1F2-E08FC7C931B7}" destId="{032BD5FA-23C9-482D-8F2A-70B53E07C3AB}" srcOrd="2" destOrd="0" presId="urn:microsoft.com/office/officeart/2005/8/layout/chevron2"/>
    <dgm:cxn modelId="{BBDBF4D0-F9B9-42AD-9511-4DC090842C0D}" type="presParOf" srcId="{032BD5FA-23C9-482D-8F2A-70B53E07C3AB}" destId="{C296555B-78C8-4BBD-80D9-4CB3A1A9C243}" srcOrd="0" destOrd="0" presId="urn:microsoft.com/office/officeart/2005/8/layout/chevron2"/>
    <dgm:cxn modelId="{146D588A-D70F-461C-BCD1-B8B03FA540DC}" type="presParOf" srcId="{032BD5FA-23C9-482D-8F2A-70B53E07C3AB}" destId="{022077BE-D01C-4738-B618-BCDEAB828C3E}" srcOrd="1" destOrd="0" presId="urn:microsoft.com/office/officeart/2005/8/layout/chevron2"/>
    <dgm:cxn modelId="{7B7BCF3C-4040-4E2A-8D0A-653B9B5BB005}" type="presParOf" srcId="{FBCFD13D-94CA-455E-A1F2-E08FC7C931B7}" destId="{D82A6910-A1BB-4832-9343-2B3CC1F553E1}" srcOrd="3" destOrd="0" presId="urn:microsoft.com/office/officeart/2005/8/layout/chevron2"/>
    <dgm:cxn modelId="{94DB0B54-7173-4518-B412-D1DB906164D5}" type="presParOf" srcId="{FBCFD13D-94CA-455E-A1F2-E08FC7C931B7}" destId="{1D1AB733-C208-4261-BA00-7830FB02B1E8}" srcOrd="4" destOrd="0" presId="urn:microsoft.com/office/officeart/2005/8/layout/chevron2"/>
    <dgm:cxn modelId="{34A508AC-8ACE-475F-8D74-5CC2464AE237}" type="presParOf" srcId="{1D1AB733-C208-4261-BA00-7830FB02B1E8}" destId="{02A4D58B-A057-4425-9363-9E17D4C3E3EE}" srcOrd="0" destOrd="0" presId="urn:microsoft.com/office/officeart/2005/8/layout/chevron2"/>
    <dgm:cxn modelId="{DEA56B3A-9EED-47D0-8FC3-7A37B33C0ECA}" type="presParOf" srcId="{1D1AB733-C208-4261-BA00-7830FB02B1E8}" destId="{EF3F8E66-E2A9-48E0-98FB-A637093B254F}"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E4F690BF-D723-499A-AC45-4DFA5B728792}" type="doc">
      <dgm:prSet loTypeId="urn:microsoft.com/office/officeart/2005/8/layout/matrix2" loCatId="matrix" qsTypeId="urn:microsoft.com/office/officeart/2005/8/quickstyle/simple1" qsCatId="simple" csTypeId="urn:microsoft.com/office/officeart/2005/8/colors/colorful1" csCatId="colorful" phldr="1"/>
      <dgm:spPr/>
      <dgm:t>
        <a:bodyPr/>
        <a:lstStyle/>
        <a:p>
          <a:endParaRPr lang="en-US"/>
        </a:p>
      </dgm:t>
    </dgm:pt>
    <dgm:pt modelId="{A48CAFB8-6604-49B1-A7B7-22A30454C9AC}">
      <dgm:prSet phldrT="[Text]"/>
      <dgm:spPr/>
      <dgm:t>
        <a:bodyPr/>
        <a:lstStyle/>
        <a:p>
          <a:r>
            <a:rPr lang="en-US" dirty="0"/>
            <a:t>Banner Ads</a:t>
          </a:r>
        </a:p>
      </dgm:t>
    </dgm:pt>
    <dgm:pt modelId="{75A3CDF0-A59B-4925-BC3E-AC09297DCAEE}" type="parTrans" cxnId="{3E38CCF3-0729-4900-B299-FBA8DF5669A4}">
      <dgm:prSet/>
      <dgm:spPr/>
      <dgm:t>
        <a:bodyPr/>
        <a:lstStyle/>
        <a:p>
          <a:endParaRPr lang="en-US"/>
        </a:p>
      </dgm:t>
    </dgm:pt>
    <dgm:pt modelId="{E2FBA027-0FC6-4654-9808-A632C1B9A8F2}" type="sibTrans" cxnId="{3E38CCF3-0729-4900-B299-FBA8DF5669A4}">
      <dgm:prSet/>
      <dgm:spPr/>
      <dgm:t>
        <a:bodyPr/>
        <a:lstStyle/>
        <a:p>
          <a:endParaRPr lang="en-US"/>
        </a:p>
      </dgm:t>
    </dgm:pt>
    <dgm:pt modelId="{72F2DA54-7B31-4388-AF0E-21B4EAB96408}">
      <dgm:prSet phldrT="[Text]"/>
      <dgm:spPr/>
      <dgm:t>
        <a:bodyPr/>
        <a:lstStyle/>
        <a:p>
          <a:r>
            <a:rPr lang="en-US" dirty="0"/>
            <a:t>Business listing services</a:t>
          </a:r>
        </a:p>
      </dgm:t>
    </dgm:pt>
    <dgm:pt modelId="{85E1C728-D6F7-4108-9B3D-D784ACAF900E}" type="parTrans" cxnId="{8AD288EE-78A7-4489-A0BA-25FF1322E76C}">
      <dgm:prSet/>
      <dgm:spPr/>
      <dgm:t>
        <a:bodyPr/>
        <a:lstStyle/>
        <a:p>
          <a:endParaRPr lang="en-US"/>
        </a:p>
      </dgm:t>
    </dgm:pt>
    <dgm:pt modelId="{AFA6931E-CB5C-47FD-947B-26C9E8E38EC0}" type="sibTrans" cxnId="{8AD288EE-78A7-4489-A0BA-25FF1322E76C}">
      <dgm:prSet/>
      <dgm:spPr/>
      <dgm:t>
        <a:bodyPr/>
        <a:lstStyle/>
        <a:p>
          <a:endParaRPr lang="en-US"/>
        </a:p>
      </dgm:t>
    </dgm:pt>
    <dgm:pt modelId="{74E30DCF-FDFC-479C-9844-C22D3DF862D6}">
      <dgm:prSet phldrT="[Text]"/>
      <dgm:spPr/>
      <dgm:t>
        <a:bodyPr/>
        <a:lstStyle/>
        <a:p>
          <a:r>
            <a:rPr lang="en-US" dirty="0"/>
            <a:t>Consultancy</a:t>
          </a:r>
        </a:p>
      </dgm:t>
    </dgm:pt>
    <dgm:pt modelId="{AE7FDFA6-F06C-4735-ADB9-1EBB1D230B7C}" type="parTrans" cxnId="{F3ED4E6F-C72A-421D-8837-23E18AC7B167}">
      <dgm:prSet/>
      <dgm:spPr/>
      <dgm:t>
        <a:bodyPr/>
        <a:lstStyle/>
        <a:p>
          <a:endParaRPr lang="en-US"/>
        </a:p>
      </dgm:t>
    </dgm:pt>
    <dgm:pt modelId="{3A564C09-6367-4BF0-B803-676E2C751E86}" type="sibTrans" cxnId="{F3ED4E6F-C72A-421D-8837-23E18AC7B167}">
      <dgm:prSet/>
      <dgm:spPr/>
      <dgm:t>
        <a:bodyPr/>
        <a:lstStyle/>
        <a:p>
          <a:endParaRPr lang="en-US"/>
        </a:p>
      </dgm:t>
    </dgm:pt>
    <dgm:pt modelId="{61E99163-A345-4D7C-B2F7-E735A7AA2780}">
      <dgm:prSet phldrT="[Text]"/>
      <dgm:spPr/>
      <dgm:t>
        <a:bodyPr/>
        <a:lstStyle/>
        <a:p>
          <a:r>
            <a:rPr lang="en-US" dirty="0"/>
            <a:t>Data provider model (API)</a:t>
          </a:r>
        </a:p>
      </dgm:t>
    </dgm:pt>
    <dgm:pt modelId="{B1423F25-EEEB-4207-88AC-D3DC5ECEBC81}" type="parTrans" cxnId="{4CD9D648-9F7B-4F57-928A-36C154BAA778}">
      <dgm:prSet/>
      <dgm:spPr/>
      <dgm:t>
        <a:bodyPr/>
        <a:lstStyle/>
        <a:p>
          <a:endParaRPr lang="en-US"/>
        </a:p>
      </dgm:t>
    </dgm:pt>
    <dgm:pt modelId="{DDC28166-4F2F-4FAD-971C-9489297CE26F}" type="sibTrans" cxnId="{4CD9D648-9F7B-4F57-928A-36C154BAA778}">
      <dgm:prSet/>
      <dgm:spPr/>
      <dgm:t>
        <a:bodyPr/>
        <a:lstStyle/>
        <a:p>
          <a:endParaRPr lang="en-US"/>
        </a:p>
      </dgm:t>
    </dgm:pt>
    <dgm:pt modelId="{9722FFFB-658D-4428-BD5A-87FB802CE5CB}" type="pres">
      <dgm:prSet presAssocID="{E4F690BF-D723-499A-AC45-4DFA5B728792}" presName="matrix" presStyleCnt="0">
        <dgm:presLayoutVars>
          <dgm:chMax val="1"/>
          <dgm:dir/>
          <dgm:resizeHandles val="exact"/>
        </dgm:presLayoutVars>
      </dgm:prSet>
      <dgm:spPr/>
    </dgm:pt>
    <dgm:pt modelId="{CD6524EF-0FA1-4F54-8602-58C4F1C15104}" type="pres">
      <dgm:prSet presAssocID="{E4F690BF-D723-499A-AC45-4DFA5B728792}" presName="axisShape" presStyleLbl="bgShp" presStyleIdx="0" presStyleCnt="1" custLinFactNeighborX="39496" custLinFactNeighborY="1989"/>
      <dgm:spPr/>
    </dgm:pt>
    <dgm:pt modelId="{7E73E59A-9042-4788-9092-98AFAA700A2D}" type="pres">
      <dgm:prSet presAssocID="{E4F690BF-D723-499A-AC45-4DFA5B728792}" presName="rect1" presStyleLbl="node1" presStyleIdx="0" presStyleCnt="4">
        <dgm:presLayoutVars>
          <dgm:chMax val="0"/>
          <dgm:chPref val="0"/>
          <dgm:bulletEnabled val="1"/>
        </dgm:presLayoutVars>
      </dgm:prSet>
      <dgm:spPr/>
    </dgm:pt>
    <dgm:pt modelId="{EB5EE516-A6B6-49F8-8A2A-73AA8E5F9243}" type="pres">
      <dgm:prSet presAssocID="{E4F690BF-D723-499A-AC45-4DFA5B728792}" presName="rect2" presStyleLbl="node1" presStyleIdx="1" presStyleCnt="4">
        <dgm:presLayoutVars>
          <dgm:chMax val="0"/>
          <dgm:chPref val="0"/>
          <dgm:bulletEnabled val="1"/>
        </dgm:presLayoutVars>
      </dgm:prSet>
      <dgm:spPr/>
    </dgm:pt>
    <dgm:pt modelId="{43927159-FC6B-4EA6-BEDD-4C761F891823}" type="pres">
      <dgm:prSet presAssocID="{E4F690BF-D723-499A-AC45-4DFA5B728792}" presName="rect3" presStyleLbl="node1" presStyleIdx="2" presStyleCnt="4">
        <dgm:presLayoutVars>
          <dgm:chMax val="0"/>
          <dgm:chPref val="0"/>
          <dgm:bulletEnabled val="1"/>
        </dgm:presLayoutVars>
      </dgm:prSet>
      <dgm:spPr/>
    </dgm:pt>
    <dgm:pt modelId="{0043CAEE-0E77-4E7A-81D5-82CDCE51D27E}" type="pres">
      <dgm:prSet presAssocID="{E4F690BF-D723-499A-AC45-4DFA5B728792}" presName="rect4" presStyleLbl="node1" presStyleIdx="3" presStyleCnt="4">
        <dgm:presLayoutVars>
          <dgm:chMax val="0"/>
          <dgm:chPref val="0"/>
          <dgm:bulletEnabled val="1"/>
        </dgm:presLayoutVars>
      </dgm:prSet>
      <dgm:spPr/>
    </dgm:pt>
  </dgm:ptLst>
  <dgm:cxnLst>
    <dgm:cxn modelId="{4CD9D648-9F7B-4F57-928A-36C154BAA778}" srcId="{E4F690BF-D723-499A-AC45-4DFA5B728792}" destId="{61E99163-A345-4D7C-B2F7-E735A7AA2780}" srcOrd="3" destOrd="0" parTransId="{B1423F25-EEEB-4207-88AC-D3DC5ECEBC81}" sibTransId="{DDC28166-4F2F-4FAD-971C-9489297CE26F}"/>
    <dgm:cxn modelId="{F3ED4E6F-C72A-421D-8837-23E18AC7B167}" srcId="{E4F690BF-D723-499A-AC45-4DFA5B728792}" destId="{74E30DCF-FDFC-479C-9844-C22D3DF862D6}" srcOrd="2" destOrd="0" parTransId="{AE7FDFA6-F06C-4735-ADB9-1EBB1D230B7C}" sibTransId="{3A564C09-6367-4BF0-B803-676E2C751E86}"/>
    <dgm:cxn modelId="{6273CDA4-C825-4FE4-8609-E392EBE93A01}" type="presOf" srcId="{A48CAFB8-6604-49B1-A7B7-22A30454C9AC}" destId="{7E73E59A-9042-4788-9092-98AFAA700A2D}" srcOrd="0" destOrd="0" presId="urn:microsoft.com/office/officeart/2005/8/layout/matrix2"/>
    <dgm:cxn modelId="{74E811B9-A854-4BDB-9997-30B81B52D464}" type="presOf" srcId="{E4F690BF-D723-499A-AC45-4DFA5B728792}" destId="{9722FFFB-658D-4428-BD5A-87FB802CE5CB}" srcOrd="0" destOrd="0" presId="urn:microsoft.com/office/officeart/2005/8/layout/matrix2"/>
    <dgm:cxn modelId="{AEDF76BD-E852-4C62-99AF-3B9511E7FCFB}" type="presOf" srcId="{72F2DA54-7B31-4388-AF0E-21B4EAB96408}" destId="{EB5EE516-A6B6-49F8-8A2A-73AA8E5F9243}" srcOrd="0" destOrd="0" presId="urn:microsoft.com/office/officeart/2005/8/layout/matrix2"/>
    <dgm:cxn modelId="{2A5819BF-FCD8-483B-8829-8D595D14627A}" type="presOf" srcId="{61E99163-A345-4D7C-B2F7-E735A7AA2780}" destId="{0043CAEE-0E77-4E7A-81D5-82CDCE51D27E}" srcOrd="0" destOrd="0" presId="urn:microsoft.com/office/officeart/2005/8/layout/matrix2"/>
    <dgm:cxn modelId="{DF07A4E2-809C-4AA0-87A8-05F52FD12176}" type="presOf" srcId="{74E30DCF-FDFC-479C-9844-C22D3DF862D6}" destId="{43927159-FC6B-4EA6-BEDD-4C761F891823}" srcOrd="0" destOrd="0" presId="urn:microsoft.com/office/officeart/2005/8/layout/matrix2"/>
    <dgm:cxn modelId="{8AD288EE-78A7-4489-A0BA-25FF1322E76C}" srcId="{E4F690BF-D723-499A-AC45-4DFA5B728792}" destId="{72F2DA54-7B31-4388-AF0E-21B4EAB96408}" srcOrd="1" destOrd="0" parTransId="{85E1C728-D6F7-4108-9B3D-D784ACAF900E}" sibTransId="{AFA6931E-CB5C-47FD-947B-26C9E8E38EC0}"/>
    <dgm:cxn modelId="{3E38CCF3-0729-4900-B299-FBA8DF5669A4}" srcId="{E4F690BF-D723-499A-AC45-4DFA5B728792}" destId="{A48CAFB8-6604-49B1-A7B7-22A30454C9AC}" srcOrd="0" destOrd="0" parTransId="{75A3CDF0-A59B-4925-BC3E-AC09297DCAEE}" sibTransId="{E2FBA027-0FC6-4654-9808-A632C1B9A8F2}"/>
    <dgm:cxn modelId="{4213B81A-53AE-4A49-8F78-6DD471190039}" type="presParOf" srcId="{9722FFFB-658D-4428-BD5A-87FB802CE5CB}" destId="{CD6524EF-0FA1-4F54-8602-58C4F1C15104}" srcOrd="0" destOrd="0" presId="urn:microsoft.com/office/officeart/2005/8/layout/matrix2"/>
    <dgm:cxn modelId="{3F378F20-6499-4351-800D-93D76FB6F890}" type="presParOf" srcId="{9722FFFB-658D-4428-BD5A-87FB802CE5CB}" destId="{7E73E59A-9042-4788-9092-98AFAA700A2D}" srcOrd="1" destOrd="0" presId="urn:microsoft.com/office/officeart/2005/8/layout/matrix2"/>
    <dgm:cxn modelId="{D1F34372-444D-493D-9A01-877A29987349}" type="presParOf" srcId="{9722FFFB-658D-4428-BD5A-87FB802CE5CB}" destId="{EB5EE516-A6B6-49F8-8A2A-73AA8E5F9243}" srcOrd="2" destOrd="0" presId="urn:microsoft.com/office/officeart/2005/8/layout/matrix2"/>
    <dgm:cxn modelId="{5AAB4465-A387-4ECD-BE28-ACD04C8BC07F}" type="presParOf" srcId="{9722FFFB-658D-4428-BD5A-87FB802CE5CB}" destId="{43927159-FC6B-4EA6-BEDD-4C761F891823}" srcOrd="3" destOrd="0" presId="urn:microsoft.com/office/officeart/2005/8/layout/matrix2"/>
    <dgm:cxn modelId="{BDC4AE57-38CC-4144-B10F-156A89876DC8}" type="presParOf" srcId="{9722FFFB-658D-4428-BD5A-87FB802CE5CB}" destId="{0043CAEE-0E77-4E7A-81D5-82CDCE51D27E}" srcOrd="4" destOrd="0" presId="urn:microsoft.com/office/officeart/2005/8/layout/matrix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FBD4E4-E94B-4DEF-BD05-8D8E974EBA42}">
      <dsp:nvSpPr>
        <dsp:cNvPr id="0" name=""/>
        <dsp:cNvSpPr/>
      </dsp:nvSpPr>
      <dsp:spPr>
        <a:xfrm>
          <a:off x="0" y="270837"/>
          <a:ext cx="8502869" cy="567000"/>
        </a:xfrm>
        <a:prstGeom prst="rect">
          <a:avLst/>
        </a:prstGeom>
        <a:solidFill>
          <a:schemeClr val="lt1">
            <a:alpha val="90000"/>
            <a:hueOff val="0"/>
            <a:satOff val="0"/>
            <a:lumOff val="0"/>
            <a:alphaOff val="0"/>
          </a:schemeClr>
        </a:solidFill>
        <a:ln w="25400" cap="flat" cmpd="sng" algn="ctr">
          <a:solidFill>
            <a:srgbClr val="E92F4A"/>
          </a:solidFill>
          <a:prstDash val="solid"/>
        </a:ln>
        <a:effectLst/>
      </dsp:spPr>
      <dsp:style>
        <a:lnRef idx="2">
          <a:scrgbClr r="0" g="0" b="0"/>
        </a:lnRef>
        <a:fillRef idx="1">
          <a:scrgbClr r="0" g="0" b="0"/>
        </a:fillRef>
        <a:effectRef idx="0">
          <a:scrgbClr r="0" g="0" b="0"/>
        </a:effectRef>
        <a:fontRef idx="minor"/>
      </dsp:style>
      <dsp:txBody>
        <a:bodyPr spcFirstLastPara="0" vert="horz" wrap="square" lIns="659917" tIns="208280" rIns="659917"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solidFill>
                <a:srgbClr val="FF0000"/>
              </a:solidFill>
            </a:rPr>
            <a:t>COO &amp; Founder (Database manager, Data Collection)</a:t>
          </a:r>
        </a:p>
        <a:p>
          <a:pPr marL="57150" lvl="1" indent="-57150" algn="l" defTabSz="444500">
            <a:lnSpc>
              <a:spcPct val="90000"/>
            </a:lnSpc>
            <a:spcBef>
              <a:spcPct val="0"/>
            </a:spcBef>
            <a:spcAft>
              <a:spcPct val="15000"/>
            </a:spcAft>
            <a:buChar char="•"/>
          </a:pPr>
          <a:r>
            <a:rPr lang="en-US" sz="1000" kern="1200" dirty="0">
              <a:solidFill>
                <a:srgbClr val="FF0000"/>
              </a:solidFill>
            </a:rPr>
            <a:t>12 years experience in Geospatial and database management</a:t>
          </a:r>
        </a:p>
      </dsp:txBody>
      <dsp:txXfrm>
        <a:off x="0" y="270837"/>
        <a:ext cx="8502869" cy="567000"/>
      </dsp:txXfrm>
    </dsp:sp>
    <dsp:sp modelId="{59A6F969-35CE-484E-9E1B-13D3D364A20F}">
      <dsp:nvSpPr>
        <dsp:cNvPr id="0" name=""/>
        <dsp:cNvSpPr/>
      </dsp:nvSpPr>
      <dsp:spPr>
        <a:xfrm>
          <a:off x="425143" y="123237"/>
          <a:ext cx="5952008" cy="295200"/>
        </a:xfrm>
        <a:prstGeom prst="roundRect">
          <a:avLst/>
        </a:prstGeom>
        <a:solidFill>
          <a:srgbClr val="E92F4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972" tIns="0" rIns="224972" bIns="0" numCol="1" spcCol="1270" anchor="ctr" anchorCtr="0">
          <a:noAutofit/>
        </a:bodyPr>
        <a:lstStyle/>
        <a:p>
          <a:pPr marL="0" lvl="0" indent="0" algn="l" defTabSz="444500">
            <a:lnSpc>
              <a:spcPct val="90000"/>
            </a:lnSpc>
            <a:spcBef>
              <a:spcPct val="0"/>
            </a:spcBef>
            <a:spcAft>
              <a:spcPct val="35000"/>
            </a:spcAft>
            <a:buNone/>
          </a:pPr>
          <a:r>
            <a:rPr lang="en-US" sz="1000" kern="1200" dirty="0">
              <a:solidFill>
                <a:schemeClr val="bg1"/>
              </a:solidFill>
            </a:rPr>
            <a:t>Tewodros Hailegeberel</a:t>
          </a:r>
        </a:p>
      </dsp:txBody>
      <dsp:txXfrm>
        <a:off x="439553" y="137647"/>
        <a:ext cx="5923188" cy="266380"/>
      </dsp:txXfrm>
    </dsp:sp>
    <dsp:sp modelId="{F0E77E54-BF45-4C41-B225-23FABEAF65E8}">
      <dsp:nvSpPr>
        <dsp:cNvPr id="0" name=""/>
        <dsp:cNvSpPr/>
      </dsp:nvSpPr>
      <dsp:spPr>
        <a:xfrm>
          <a:off x="0" y="1039437"/>
          <a:ext cx="8502869" cy="724500"/>
        </a:xfrm>
        <a:prstGeom prst="rect">
          <a:avLst/>
        </a:prstGeom>
        <a:solidFill>
          <a:schemeClr val="lt1">
            <a:alpha val="90000"/>
            <a:hueOff val="0"/>
            <a:satOff val="0"/>
            <a:lumOff val="0"/>
            <a:alphaOff val="0"/>
          </a:schemeClr>
        </a:solidFill>
        <a:ln w="25400" cap="flat" cmpd="sng" algn="ctr">
          <a:solidFill>
            <a:srgbClr val="E92F4A"/>
          </a:solidFill>
          <a:prstDash val="solid"/>
        </a:ln>
        <a:effectLst/>
      </dsp:spPr>
      <dsp:style>
        <a:lnRef idx="2">
          <a:scrgbClr r="0" g="0" b="0"/>
        </a:lnRef>
        <a:fillRef idx="1">
          <a:scrgbClr r="0" g="0" b="0"/>
        </a:fillRef>
        <a:effectRef idx="0">
          <a:scrgbClr r="0" g="0" b="0"/>
        </a:effectRef>
        <a:fontRef idx="minor"/>
      </dsp:style>
      <dsp:txBody>
        <a:bodyPr spcFirstLastPara="0" vert="horz" wrap="square" lIns="659917" tIns="208280" rIns="659917" bIns="71120" numCol="1" spcCol="1270" anchor="t" anchorCtr="0">
          <a:noAutofit/>
        </a:bodyPr>
        <a:lstStyle/>
        <a:p>
          <a:pPr marL="57150" lvl="1" indent="-57150" algn="l" defTabSz="444500">
            <a:lnSpc>
              <a:spcPct val="90000"/>
            </a:lnSpc>
            <a:spcBef>
              <a:spcPct val="0"/>
            </a:spcBef>
            <a:spcAft>
              <a:spcPct val="15000"/>
            </a:spcAft>
            <a:buChar char="•"/>
          </a:pPr>
          <a:r>
            <a:rPr lang="en-US" sz="1000" kern="1200">
              <a:solidFill>
                <a:srgbClr val="FF0000"/>
              </a:solidFill>
            </a:rPr>
            <a:t>CFO</a:t>
          </a:r>
          <a:endParaRPr lang="en-US" sz="1000" kern="1200" dirty="0">
            <a:solidFill>
              <a:srgbClr val="FF0000"/>
            </a:solidFill>
          </a:endParaRPr>
        </a:p>
        <a:p>
          <a:pPr marL="57150" lvl="1" indent="-57150" algn="l" defTabSz="444500">
            <a:lnSpc>
              <a:spcPct val="90000"/>
            </a:lnSpc>
            <a:spcBef>
              <a:spcPct val="0"/>
            </a:spcBef>
            <a:spcAft>
              <a:spcPct val="15000"/>
            </a:spcAft>
            <a:buChar char="•"/>
          </a:pPr>
          <a:r>
            <a:rPr lang="en-US" sz="1000" kern="1200" dirty="0">
              <a:solidFill>
                <a:srgbClr val="FF0000"/>
              </a:solidFill>
            </a:rPr>
            <a:t>CPA with 5 years experience in accounting and finance </a:t>
          </a:r>
        </a:p>
        <a:p>
          <a:pPr marL="57150" lvl="1" indent="-57150" algn="l" defTabSz="444500">
            <a:lnSpc>
              <a:spcPct val="90000"/>
            </a:lnSpc>
            <a:spcBef>
              <a:spcPct val="0"/>
            </a:spcBef>
            <a:spcAft>
              <a:spcPct val="15000"/>
            </a:spcAft>
            <a:buChar char="•"/>
          </a:pPr>
          <a:r>
            <a:rPr lang="en-US" sz="1000" kern="1200">
              <a:solidFill>
                <a:srgbClr val="FF0000"/>
              </a:solidFill>
            </a:rPr>
            <a:t>Owns Zerihun Associates in Addis Ababa, Ethiopia</a:t>
          </a:r>
          <a:endParaRPr lang="en-US" sz="1000" kern="1200" dirty="0">
            <a:solidFill>
              <a:srgbClr val="FF0000"/>
            </a:solidFill>
          </a:endParaRPr>
        </a:p>
      </dsp:txBody>
      <dsp:txXfrm>
        <a:off x="0" y="1039437"/>
        <a:ext cx="8502869" cy="724500"/>
      </dsp:txXfrm>
    </dsp:sp>
    <dsp:sp modelId="{6B8DDD84-B4A1-4A56-B1A3-D9DDD681FEBD}">
      <dsp:nvSpPr>
        <dsp:cNvPr id="0" name=""/>
        <dsp:cNvSpPr/>
      </dsp:nvSpPr>
      <dsp:spPr>
        <a:xfrm>
          <a:off x="425143" y="891837"/>
          <a:ext cx="5952008" cy="295200"/>
        </a:xfrm>
        <a:prstGeom prst="roundRect">
          <a:avLst/>
        </a:prstGeom>
        <a:solidFill>
          <a:srgbClr val="E92F4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972" tIns="0" rIns="224972" bIns="0" numCol="1" spcCol="1270" anchor="ctr" anchorCtr="0">
          <a:noAutofit/>
        </a:bodyPr>
        <a:lstStyle/>
        <a:p>
          <a:pPr marL="0" lvl="0" indent="0" algn="l" defTabSz="444500">
            <a:lnSpc>
              <a:spcPct val="90000"/>
            </a:lnSpc>
            <a:spcBef>
              <a:spcPct val="0"/>
            </a:spcBef>
            <a:spcAft>
              <a:spcPct val="35000"/>
            </a:spcAft>
            <a:buNone/>
          </a:pPr>
          <a:r>
            <a:rPr lang="en-US" sz="1000" kern="1200">
              <a:solidFill>
                <a:schemeClr val="bg1"/>
              </a:solidFill>
            </a:rPr>
            <a:t>Tewodros Zerihun</a:t>
          </a:r>
          <a:endParaRPr lang="en-US" sz="1000" kern="1200" dirty="0">
            <a:solidFill>
              <a:schemeClr val="bg1"/>
            </a:solidFill>
          </a:endParaRPr>
        </a:p>
      </dsp:txBody>
      <dsp:txXfrm>
        <a:off x="439553" y="906247"/>
        <a:ext cx="5923188" cy="266380"/>
      </dsp:txXfrm>
    </dsp:sp>
    <dsp:sp modelId="{9F68888E-8540-4C1F-BC53-974D0663037E}">
      <dsp:nvSpPr>
        <dsp:cNvPr id="0" name=""/>
        <dsp:cNvSpPr/>
      </dsp:nvSpPr>
      <dsp:spPr>
        <a:xfrm>
          <a:off x="0" y="1965537"/>
          <a:ext cx="8502869" cy="724500"/>
        </a:xfrm>
        <a:prstGeom prst="rect">
          <a:avLst/>
        </a:prstGeom>
        <a:solidFill>
          <a:schemeClr val="lt1">
            <a:alpha val="90000"/>
            <a:hueOff val="0"/>
            <a:satOff val="0"/>
            <a:lumOff val="0"/>
            <a:alphaOff val="0"/>
          </a:schemeClr>
        </a:solidFill>
        <a:ln w="25400" cap="flat" cmpd="sng" algn="ctr">
          <a:solidFill>
            <a:srgbClr val="E92F4A"/>
          </a:solidFill>
          <a:prstDash val="solid"/>
        </a:ln>
        <a:effectLst/>
      </dsp:spPr>
      <dsp:style>
        <a:lnRef idx="2">
          <a:scrgbClr r="0" g="0" b="0"/>
        </a:lnRef>
        <a:fillRef idx="1">
          <a:scrgbClr r="0" g="0" b="0"/>
        </a:fillRef>
        <a:effectRef idx="0">
          <a:scrgbClr r="0" g="0" b="0"/>
        </a:effectRef>
        <a:fontRef idx="minor"/>
      </dsp:style>
      <dsp:txBody>
        <a:bodyPr spcFirstLastPara="0" vert="horz" wrap="square" lIns="659917" tIns="208280" rIns="659917" bIns="71120" numCol="1" spcCol="1270" anchor="t" anchorCtr="0">
          <a:noAutofit/>
        </a:bodyPr>
        <a:lstStyle/>
        <a:p>
          <a:pPr marL="57150" lvl="1" indent="-57150" algn="l" defTabSz="444500">
            <a:lnSpc>
              <a:spcPct val="90000"/>
            </a:lnSpc>
            <a:spcBef>
              <a:spcPct val="0"/>
            </a:spcBef>
            <a:spcAft>
              <a:spcPct val="15000"/>
            </a:spcAft>
            <a:buChar char="•"/>
          </a:pPr>
          <a:r>
            <a:rPr lang="en-US" sz="1000" kern="1200">
              <a:solidFill>
                <a:srgbClr val="FF0000"/>
              </a:solidFill>
            </a:rPr>
            <a:t>CTO</a:t>
          </a:r>
          <a:endParaRPr lang="en-US" sz="1000" kern="1200" dirty="0">
            <a:solidFill>
              <a:srgbClr val="FF0000"/>
            </a:solidFill>
          </a:endParaRPr>
        </a:p>
        <a:p>
          <a:pPr marL="57150" lvl="1" indent="-57150" algn="l" defTabSz="444500">
            <a:lnSpc>
              <a:spcPct val="90000"/>
            </a:lnSpc>
            <a:spcBef>
              <a:spcPct val="0"/>
            </a:spcBef>
            <a:spcAft>
              <a:spcPct val="15000"/>
            </a:spcAft>
            <a:buChar char="•"/>
          </a:pPr>
          <a:r>
            <a:rPr lang="en-US" sz="1000" kern="1200">
              <a:solidFill>
                <a:srgbClr val="FF0000"/>
              </a:solidFill>
            </a:rPr>
            <a:t>5 years experience in mobile application development and software development</a:t>
          </a:r>
          <a:endParaRPr lang="en-US" sz="1000" kern="1200" dirty="0">
            <a:solidFill>
              <a:srgbClr val="FF0000"/>
            </a:solidFill>
          </a:endParaRPr>
        </a:p>
        <a:p>
          <a:pPr marL="57150" lvl="1" indent="-57150" algn="l" defTabSz="444500">
            <a:lnSpc>
              <a:spcPct val="90000"/>
            </a:lnSpc>
            <a:spcBef>
              <a:spcPct val="0"/>
            </a:spcBef>
            <a:spcAft>
              <a:spcPct val="15000"/>
            </a:spcAft>
            <a:buChar char="•"/>
          </a:pPr>
          <a:r>
            <a:rPr lang="en-US" sz="1000" kern="1200">
              <a:solidFill>
                <a:srgbClr val="FF0000"/>
              </a:solidFill>
            </a:rPr>
            <a:t>Developed Agergna App (Amharic Keyboard App)</a:t>
          </a:r>
          <a:endParaRPr lang="en-US" sz="1000" kern="1200" dirty="0">
            <a:solidFill>
              <a:srgbClr val="FF0000"/>
            </a:solidFill>
          </a:endParaRPr>
        </a:p>
      </dsp:txBody>
      <dsp:txXfrm>
        <a:off x="0" y="1965537"/>
        <a:ext cx="8502869" cy="724500"/>
      </dsp:txXfrm>
    </dsp:sp>
    <dsp:sp modelId="{CBD73B6D-6399-4B50-9158-A64F1D2D3456}">
      <dsp:nvSpPr>
        <dsp:cNvPr id="0" name=""/>
        <dsp:cNvSpPr/>
      </dsp:nvSpPr>
      <dsp:spPr>
        <a:xfrm>
          <a:off x="425143" y="1817937"/>
          <a:ext cx="5952008" cy="295200"/>
        </a:xfrm>
        <a:prstGeom prst="roundRect">
          <a:avLst/>
        </a:prstGeom>
        <a:solidFill>
          <a:srgbClr val="E92F4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972" tIns="0" rIns="224972" bIns="0" numCol="1" spcCol="1270" anchor="ctr" anchorCtr="0">
          <a:noAutofit/>
        </a:bodyPr>
        <a:lstStyle/>
        <a:p>
          <a:pPr marL="0" lvl="0" indent="0" algn="l" defTabSz="444500">
            <a:lnSpc>
              <a:spcPct val="90000"/>
            </a:lnSpc>
            <a:spcBef>
              <a:spcPct val="0"/>
            </a:spcBef>
            <a:spcAft>
              <a:spcPct val="35000"/>
            </a:spcAft>
            <a:buNone/>
          </a:pPr>
          <a:r>
            <a:rPr lang="en-US" sz="1000" kern="1200">
              <a:solidFill>
                <a:schemeClr val="bg1"/>
              </a:solidFill>
            </a:rPr>
            <a:t>Tewodros Nega</a:t>
          </a:r>
          <a:endParaRPr lang="en-US" sz="1000" kern="1200" dirty="0">
            <a:solidFill>
              <a:schemeClr val="bg1"/>
            </a:solidFill>
          </a:endParaRPr>
        </a:p>
      </dsp:txBody>
      <dsp:txXfrm>
        <a:off x="439553" y="1832347"/>
        <a:ext cx="5923188" cy="266380"/>
      </dsp:txXfrm>
    </dsp:sp>
    <dsp:sp modelId="{3BC0FCFB-FEB1-4AA2-9DF2-F5FBD62F360F}">
      <dsp:nvSpPr>
        <dsp:cNvPr id="0" name=""/>
        <dsp:cNvSpPr/>
      </dsp:nvSpPr>
      <dsp:spPr>
        <a:xfrm>
          <a:off x="0" y="2891638"/>
          <a:ext cx="8502869" cy="417375"/>
        </a:xfrm>
        <a:prstGeom prst="rect">
          <a:avLst/>
        </a:prstGeom>
        <a:solidFill>
          <a:schemeClr val="lt1">
            <a:alpha val="90000"/>
            <a:hueOff val="0"/>
            <a:satOff val="0"/>
            <a:lumOff val="0"/>
            <a:alphaOff val="0"/>
          </a:schemeClr>
        </a:solidFill>
        <a:ln w="25400" cap="flat" cmpd="sng" algn="ctr">
          <a:solidFill>
            <a:srgbClr val="E92F4A"/>
          </a:solidFill>
          <a:prstDash val="solid"/>
        </a:ln>
        <a:effectLst/>
      </dsp:spPr>
      <dsp:style>
        <a:lnRef idx="2">
          <a:scrgbClr r="0" g="0" b="0"/>
        </a:lnRef>
        <a:fillRef idx="1">
          <a:scrgbClr r="0" g="0" b="0"/>
        </a:fillRef>
        <a:effectRef idx="0">
          <a:scrgbClr r="0" g="0" b="0"/>
        </a:effectRef>
        <a:fontRef idx="minor"/>
      </dsp:style>
      <dsp:txBody>
        <a:bodyPr spcFirstLastPara="0" vert="horz" wrap="square" lIns="659917" tIns="208280" rIns="659917" bIns="71120" numCol="1" spcCol="1270" anchor="t" anchorCtr="0">
          <a:noAutofit/>
        </a:bodyPr>
        <a:lstStyle/>
        <a:p>
          <a:pPr marL="57150" lvl="1" indent="-57150" algn="l" defTabSz="444500">
            <a:lnSpc>
              <a:spcPct val="90000"/>
            </a:lnSpc>
            <a:spcBef>
              <a:spcPct val="0"/>
            </a:spcBef>
            <a:spcAft>
              <a:spcPct val="15000"/>
            </a:spcAft>
            <a:buChar char="•"/>
          </a:pPr>
          <a:r>
            <a:rPr lang="en-US" sz="1000" kern="1200">
              <a:solidFill>
                <a:srgbClr val="FF0000"/>
              </a:solidFill>
            </a:rPr>
            <a:t>Communication Director</a:t>
          </a:r>
          <a:endParaRPr lang="en-US" sz="1000" kern="1200" dirty="0">
            <a:solidFill>
              <a:srgbClr val="FF0000"/>
            </a:solidFill>
          </a:endParaRPr>
        </a:p>
      </dsp:txBody>
      <dsp:txXfrm>
        <a:off x="0" y="2891638"/>
        <a:ext cx="8502869" cy="417375"/>
      </dsp:txXfrm>
    </dsp:sp>
    <dsp:sp modelId="{1C0CA4C9-6F42-495C-B13D-39203F267913}">
      <dsp:nvSpPr>
        <dsp:cNvPr id="0" name=""/>
        <dsp:cNvSpPr/>
      </dsp:nvSpPr>
      <dsp:spPr>
        <a:xfrm>
          <a:off x="425143" y="2744038"/>
          <a:ext cx="5952008" cy="295200"/>
        </a:xfrm>
        <a:prstGeom prst="roundRect">
          <a:avLst/>
        </a:prstGeom>
        <a:solidFill>
          <a:srgbClr val="E92F4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972" tIns="0" rIns="224972" bIns="0" numCol="1" spcCol="1270" anchor="ctr" anchorCtr="0">
          <a:noAutofit/>
        </a:bodyPr>
        <a:lstStyle/>
        <a:p>
          <a:pPr marL="0" lvl="0" indent="0" algn="l" defTabSz="444500">
            <a:lnSpc>
              <a:spcPct val="90000"/>
            </a:lnSpc>
            <a:spcBef>
              <a:spcPct val="0"/>
            </a:spcBef>
            <a:spcAft>
              <a:spcPct val="35000"/>
            </a:spcAft>
            <a:buNone/>
          </a:pPr>
          <a:r>
            <a:rPr lang="en-US" sz="1000" kern="1200">
              <a:solidFill>
                <a:schemeClr val="bg1"/>
              </a:solidFill>
            </a:rPr>
            <a:t>Nolawi Taddesse</a:t>
          </a:r>
          <a:endParaRPr lang="en-US" sz="1000" kern="1200" dirty="0">
            <a:solidFill>
              <a:schemeClr val="bg1"/>
            </a:solidFill>
          </a:endParaRPr>
        </a:p>
      </dsp:txBody>
      <dsp:txXfrm>
        <a:off x="439553" y="2758448"/>
        <a:ext cx="5923188" cy="266380"/>
      </dsp:txXfrm>
    </dsp:sp>
    <dsp:sp modelId="{841A327B-05AE-4EA5-BC8F-1D4130D9B24A}">
      <dsp:nvSpPr>
        <dsp:cNvPr id="0" name=""/>
        <dsp:cNvSpPr/>
      </dsp:nvSpPr>
      <dsp:spPr>
        <a:xfrm>
          <a:off x="0" y="3510613"/>
          <a:ext cx="8502869" cy="417375"/>
        </a:xfrm>
        <a:prstGeom prst="rect">
          <a:avLst/>
        </a:prstGeom>
        <a:solidFill>
          <a:schemeClr val="lt1">
            <a:alpha val="90000"/>
            <a:hueOff val="0"/>
            <a:satOff val="0"/>
            <a:lumOff val="0"/>
            <a:alphaOff val="0"/>
          </a:schemeClr>
        </a:solidFill>
        <a:ln w="25400" cap="flat" cmpd="sng" algn="ctr">
          <a:solidFill>
            <a:srgbClr val="E92F4A"/>
          </a:solidFill>
          <a:prstDash val="solid"/>
        </a:ln>
        <a:effectLst/>
      </dsp:spPr>
      <dsp:style>
        <a:lnRef idx="2">
          <a:scrgbClr r="0" g="0" b="0"/>
        </a:lnRef>
        <a:fillRef idx="1">
          <a:scrgbClr r="0" g="0" b="0"/>
        </a:fillRef>
        <a:effectRef idx="0">
          <a:scrgbClr r="0" g="0" b="0"/>
        </a:effectRef>
        <a:fontRef idx="minor"/>
      </dsp:style>
      <dsp:txBody>
        <a:bodyPr spcFirstLastPara="0" vert="horz" wrap="square" lIns="659917" tIns="208280" rIns="659917" bIns="71120" numCol="1" spcCol="1270" anchor="t" anchorCtr="0">
          <a:noAutofit/>
        </a:bodyPr>
        <a:lstStyle/>
        <a:p>
          <a:pPr marL="57150" lvl="1" indent="-57150" algn="l" defTabSz="444500">
            <a:lnSpc>
              <a:spcPct val="90000"/>
            </a:lnSpc>
            <a:spcBef>
              <a:spcPct val="0"/>
            </a:spcBef>
            <a:spcAft>
              <a:spcPct val="15000"/>
            </a:spcAft>
            <a:buChar char="•"/>
          </a:pPr>
          <a:r>
            <a:rPr lang="en-US" sz="1000" kern="1200">
              <a:solidFill>
                <a:srgbClr val="FF0000"/>
              </a:solidFill>
            </a:rPr>
            <a:t>Creative Director</a:t>
          </a:r>
          <a:endParaRPr lang="en-US" sz="1000" kern="1200" dirty="0">
            <a:solidFill>
              <a:srgbClr val="FF0000"/>
            </a:solidFill>
          </a:endParaRPr>
        </a:p>
      </dsp:txBody>
      <dsp:txXfrm>
        <a:off x="0" y="3510613"/>
        <a:ext cx="8502869" cy="417375"/>
      </dsp:txXfrm>
    </dsp:sp>
    <dsp:sp modelId="{5FCADE61-033A-4684-99A2-BF2570D60C04}">
      <dsp:nvSpPr>
        <dsp:cNvPr id="0" name=""/>
        <dsp:cNvSpPr/>
      </dsp:nvSpPr>
      <dsp:spPr>
        <a:xfrm>
          <a:off x="425143" y="3363013"/>
          <a:ext cx="5952008" cy="295200"/>
        </a:xfrm>
        <a:prstGeom prst="roundRect">
          <a:avLst/>
        </a:prstGeom>
        <a:solidFill>
          <a:srgbClr val="E92F4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972" tIns="0" rIns="224972" bIns="0" numCol="1" spcCol="1270" anchor="ctr" anchorCtr="0">
          <a:noAutofit/>
        </a:bodyPr>
        <a:lstStyle/>
        <a:p>
          <a:pPr marL="0" lvl="0" indent="0" algn="l" defTabSz="444500">
            <a:lnSpc>
              <a:spcPct val="90000"/>
            </a:lnSpc>
            <a:spcBef>
              <a:spcPct val="0"/>
            </a:spcBef>
            <a:spcAft>
              <a:spcPct val="35000"/>
            </a:spcAft>
            <a:buNone/>
          </a:pPr>
          <a:r>
            <a:rPr lang="en-US" sz="1000" kern="1200">
              <a:solidFill>
                <a:schemeClr val="bg1"/>
              </a:solidFill>
            </a:rPr>
            <a:t>Robel Kassa</a:t>
          </a:r>
          <a:endParaRPr lang="en-US" sz="1000" kern="1200" dirty="0">
            <a:solidFill>
              <a:schemeClr val="bg1"/>
            </a:solidFill>
          </a:endParaRPr>
        </a:p>
      </dsp:txBody>
      <dsp:txXfrm>
        <a:off x="439553" y="3377423"/>
        <a:ext cx="5923188" cy="2663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BA03AA-66C0-455F-AFF9-977162931F67}">
      <dsp:nvSpPr>
        <dsp:cNvPr id="0" name=""/>
        <dsp:cNvSpPr/>
      </dsp:nvSpPr>
      <dsp:spPr>
        <a:xfrm rot="5400000">
          <a:off x="-194586" y="195373"/>
          <a:ext cx="1297246" cy="908072"/>
        </a:xfrm>
        <a:prstGeom prst="chevron">
          <a:avLst/>
        </a:prstGeom>
        <a:solidFill>
          <a:srgbClr val="E92F4A"/>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1" kern="1200" cap="none" spc="50" dirty="0">
              <a:ln w="0"/>
              <a:effectLst>
                <a:innerShdw blurRad="63500" dist="50800" dir="13500000">
                  <a:srgbClr val="000000">
                    <a:alpha val="50000"/>
                  </a:srgbClr>
                </a:innerShdw>
              </a:effectLst>
            </a:rPr>
            <a:t>Step 1</a:t>
          </a:r>
        </a:p>
      </dsp:txBody>
      <dsp:txXfrm rot="-5400000">
        <a:off x="1" y="454822"/>
        <a:ext cx="908072" cy="389174"/>
      </dsp:txXfrm>
    </dsp:sp>
    <dsp:sp modelId="{6D35B0A5-0B70-4C5E-B2B0-064EFB58138A}">
      <dsp:nvSpPr>
        <dsp:cNvPr id="0" name=""/>
        <dsp:cNvSpPr/>
      </dsp:nvSpPr>
      <dsp:spPr>
        <a:xfrm rot="5400000">
          <a:off x="2637945" y="-1729086"/>
          <a:ext cx="843210" cy="4302956"/>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en-US" sz="1900" b="1" kern="1200" cap="none" spc="50">
              <a:ln w="0"/>
              <a:solidFill>
                <a:schemeClr val="bg2"/>
              </a:solidFill>
              <a:effectLst>
                <a:innerShdw blurRad="63500" dist="50800" dir="13500000">
                  <a:srgbClr val="000000">
                    <a:alpha val="50000"/>
                  </a:srgbClr>
                </a:innerShdw>
              </a:effectLst>
            </a:rPr>
            <a:t>Download The App</a:t>
          </a:r>
          <a:endParaRPr lang="en-US" sz="1900" b="1" kern="1200" cap="none" spc="50" dirty="0">
            <a:ln w="0"/>
            <a:solidFill>
              <a:schemeClr val="bg2"/>
            </a:solidFill>
            <a:effectLst>
              <a:innerShdw blurRad="63500" dist="50800" dir="13500000">
                <a:srgbClr val="000000">
                  <a:alpha val="50000"/>
                </a:srgbClr>
              </a:innerShdw>
            </a:effectLst>
          </a:endParaRPr>
        </a:p>
      </dsp:txBody>
      <dsp:txXfrm rot="-5400000">
        <a:off x="908072" y="41949"/>
        <a:ext cx="4261794" cy="760886"/>
      </dsp:txXfrm>
    </dsp:sp>
    <dsp:sp modelId="{C296555B-78C8-4BBD-80D9-4CB3A1A9C243}">
      <dsp:nvSpPr>
        <dsp:cNvPr id="0" name=""/>
        <dsp:cNvSpPr/>
      </dsp:nvSpPr>
      <dsp:spPr>
        <a:xfrm rot="5400000">
          <a:off x="-194586" y="1293832"/>
          <a:ext cx="1297246" cy="908072"/>
        </a:xfrm>
        <a:prstGeom prst="chevron">
          <a:avLst/>
        </a:prstGeom>
        <a:solidFill>
          <a:srgbClr val="E92F4A"/>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1" kern="1200" cap="none" spc="50">
              <a:ln w="0"/>
              <a:effectLst>
                <a:innerShdw blurRad="63500" dist="50800" dir="13500000">
                  <a:srgbClr val="000000">
                    <a:alpha val="50000"/>
                  </a:srgbClr>
                </a:innerShdw>
              </a:effectLst>
            </a:rPr>
            <a:t>Step 2</a:t>
          </a:r>
          <a:endParaRPr lang="en-US" sz="2200" b="1" kern="1200" cap="none" spc="50" dirty="0">
            <a:ln w="0"/>
            <a:effectLst>
              <a:innerShdw blurRad="63500" dist="50800" dir="13500000">
                <a:srgbClr val="000000">
                  <a:alpha val="50000"/>
                </a:srgbClr>
              </a:innerShdw>
            </a:effectLst>
          </a:endParaRPr>
        </a:p>
      </dsp:txBody>
      <dsp:txXfrm rot="-5400000">
        <a:off x="1" y="1553281"/>
        <a:ext cx="908072" cy="389174"/>
      </dsp:txXfrm>
    </dsp:sp>
    <dsp:sp modelId="{022077BE-D01C-4738-B618-BCDEAB828C3E}">
      <dsp:nvSpPr>
        <dsp:cNvPr id="0" name=""/>
        <dsp:cNvSpPr/>
      </dsp:nvSpPr>
      <dsp:spPr>
        <a:xfrm rot="5400000">
          <a:off x="2637945" y="-630627"/>
          <a:ext cx="843210" cy="4302956"/>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en-US" sz="1900" b="1" kern="1200" cap="none" spc="50">
              <a:ln w="0"/>
              <a:solidFill>
                <a:schemeClr val="bg2"/>
              </a:solidFill>
              <a:effectLst>
                <a:innerShdw blurRad="63500" dist="50800" dir="13500000">
                  <a:srgbClr val="000000">
                    <a:alpha val="50000"/>
                  </a:srgbClr>
                </a:innerShdw>
              </a:effectLst>
            </a:rPr>
            <a:t>Search for location</a:t>
          </a:r>
          <a:endParaRPr lang="en-US" sz="1900" b="1" kern="1200" cap="none" spc="50" dirty="0">
            <a:ln w="0"/>
            <a:solidFill>
              <a:schemeClr val="bg2"/>
            </a:solidFill>
            <a:effectLst>
              <a:innerShdw blurRad="63500" dist="50800" dir="13500000">
                <a:srgbClr val="000000">
                  <a:alpha val="50000"/>
                </a:srgbClr>
              </a:innerShdw>
            </a:effectLst>
          </a:endParaRPr>
        </a:p>
        <a:p>
          <a:pPr marL="171450" lvl="1" indent="-171450" algn="l" defTabSz="844550">
            <a:lnSpc>
              <a:spcPct val="90000"/>
            </a:lnSpc>
            <a:spcBef>
              <a:spcPct val="0"/>
            </a:spcBef>
            <a:spcAft>
              <a:spcPct val="15000"/>
            </a:spcAft>
            <a:buChar char="•"/>
          </a:pPr>
          <a:r>
            <a:rPr lang="en-US" sz="1900" b="1" kern="1200" cap="none" spc="50">
              <a:ln w="0"/>
              <a:solidFill>
                <a:schemeClr val="bg2"/>
              </a:solidFill>
              <a:effectLst>
                <a:innerShdw blurRad="63500" dist="50800" dir="13500000">
                  <a:srgbClr val="000000">
                    <a:alpha val="50000"/>
                  </a:srgbClr>
                </a:innerShdw>
              </a:effectLst>
            </a:rPr>
            <a:t>Find the location and more info</a:t>
          </a:r>
          <a:endParaRPr lang="en-US" sz="1900" b="1" kern="1200" cap="none" spc="50" dirty="0">
            <a:ln w="0"/>
            <a:solidFill>
              <a:schemeClr val="bg2"/>
            </a:solidFill>
            <a:effectLst>
              <a:innerShdw blurRad="63500" dist="50800" dir="13500000">
                <a:srgbClr val="000000">
                  <a:alpha val="50000"/>
                </a:srgbClr>
              </a:innerShdw>
            </a:effectLst>
          </a:endParaRPr>
        </a:p>
      </dsp:txBody>
      <dsp:txXfrm rot="-5400000">
        <a:off x="908072" y="1140408"/>
        <a:ext cx="4261794" cy="760886"/>
      </dsp:txXfrm>
    </dsp:sp>
    <dsp:sp modelId="{02A4D58B-A057-4425-9363-9E17D4C3E3EE}">
      <dsp:nvSpPr>
        <dsp:cNvPr id="0" name=""/>
        <dsp:cNvSpPr/>
      </dsp:nvSpPr>
      <dsp:spPr>
        <a:xfrm rot="5400000">
          <a:off x="-194586" y="2392291"/>
          <a:ext cx="1297246" cy="908072"/>
        </a:xfrm>
        <a:prstGeom prst="chevron">
          <a:avLst/>
        </a:prstGeom>
        <a:solidFill>
          <a:srgbClr val="E92F4A"/>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1" kern="1200" cap="none" spc="50">
              <a:ln w="0"/>
              <a:effectLst>
                <a:innerShdw blurRad="63500" dist="50800" dir="13500000">
                  <a:srgbClr val="000000">
                    <a:alpha val="50000"/>
                  </a:srgbClr>
                </a:innerShdw>
              </a:effectLst>
            </a:rPr>
            <a:t>Step 3</a:t>
          </a:r>
          <a:endParaRPr lang="en-US" sz="2200" b="1" kern="1200" cap="none" spc="50" dirty="0">
            <a:ln w="0"/>
            <a:effectLst>
              <a:innerShdw blurRad="63500" dist="50800" dir="13500000">
                <a:srgbClr val="000000">
                  <a:alpha val="50000"/>
                </a:srgbClr>
              </a:innerShdw>
            </a:effectLst>
          </a:endParaRPr>
        </a:p>
      </dsp:txBody>
      <dsp:txXfrm rot="-5400000">
        <a:off x="1" y="2651740"/>
        <a:ext cx="908072" cy="389174"/>
      </dsp:txXfrm>
    </dsp:sp>
    <dsp:sp modelId="{EF3F8E66-E2A9-48E0-98FB-A637093B254F}">
      <dsp:nvSpPr>
        <dsp:cNvPr id="0" name=""/>
        <dsp:cNvSpPr/>
      </dsp:nvSpPr>
      <dsp:spPr>
        <a:xfrm rot="5400000">
          <a:off x="2637945" y="467831"/>
          <a:ext cx="843210" cy="4302956"/>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en-US" sz="1900" b="1" kern="1200" cap="none" spc="50">
              <a:ln w="0"/>
              <a:solidFill>
                <a:schemeClr val="bg2"/>
              </a:solidFill>
              <a:effectLst>
                <a:innerShdw blurRad="63500" dist="50800" dir="13500000">
                  <a:srgbClr val="000000">
                    <a:alpha val="50000"/>
                  </a:srgbClr>
                </a:innerShdw>
              </a:effectLst>
            </a:rPr>
            <a:t>Get Direction</a:t>
          </a:r>
          <a:endParaRPr lang="en-US" sz="1900" b="1" kern="1200" cap="none" spc="50" dirty="0">
            <a:ln w="0"/>
            <a:solidFill>
              <a:schemeClr val="bg2"/>
            </a:solidFill>
            <a:effectLst>
              <a:innerShdw blurRad="63500" dist="50800" dir="13500000">
                <a:srgbClr val="000000">
                  <a:alpha val="50000"/>
                </a:srgbClr>
              </a:innerShdw>
            </a:effectLst>
          </a:endParaRPr>
        </a:p>
      </dsp:txBody>
      <dsp:txXfrm rot="-5400000">
        <a:off x="908072" y="2238866"/>
        <a:ext cx="4261794" cy="7608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6524EF-0FA1-4F54-8602-58C4F1C15104}">
      <dsp:nvSpPr>
        <dsp:cNvPr id="0" name=""/>
        <dsp:cNvSpPr/>
      </dsp:nvSpPr>
      <dsp:spPr>
        <a:xfrm>
          <a:off x="116572" y="0"/>
          <a:ext cx="4064000" cy="4064000"/>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73E59A-9042-4788-9092-98AFAA700A2D}">
      <dsp:nvSpPr>
        <dsp:cNvPr id="0" name=""/>
        <dsp:cNvSpPr/>
      </dsp:nvSpPr>
      <dsp:spPr>
        <a:xfrm>
          <a:off x="322446" y="264160"/>
          <a:ext cx="1625600" cy="16256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Banner Ads</a:t>
          </a:r>
        </a:p>
      </dsp:txBody>
      <dsp:txXfrm>
        <a:off x="401801" y="343515"/>
        <a:ext cx="1466890" cy="1466890"/>
      </dsp:txXfrm>
    </dsp:sp>
    <dsp:sp modelId="{EB5EE516-A6B6-49F8-8A2A-73AA8E5F9243}">
      <dsp:nvSpPr>
        <dsp:cNvPr id="0" name=""/>
        <dsp:cNvSpPr/>
      </dsp:nvSpPr>
      <dsp:spPr>
        <a:xfrm>
          <a:off x="2232526" y="264160"/>
          <a:ext cx="1625600" cy="16256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Business listing services</a:t>
          </a:r>
        </a:p>
      </dsp:txBody>
      <dsp:txXfrm>
        <a:off x="2311881" y="343515"/>
        <a:ext cx="1466890" cy="1466890"/>
      </dsp:txXfrm>
    </dsp:sp>
    <dsp:sp modelId="{43927159-FC6B-4EA6-BEDD-4C761F891823}">
      <dsp:nvSpPr>
        <dsp:cNvPr id="0" name=""/>
        <dsp:cNvSpPr/>
      </dsp:nvSpPr>
      <dsp:spPr>
        <a:xfrm>
          <a:off x="322446" y="2174240"/>
          <a:ext cx="1625600" cy="162560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Consultancy</a:t>
          </a:r>
        </a:p>
      </dsp:txBody>
      <dsp:txXfrm>
        <a:off x="401801" y="2253595"/>
        <a:ext cx="1466890" cy="1466890"/>
      </dsp:txXfrm>
    </dsp:sp>
    <dsp:sp modelId="{0043CAEE-0E77-4E7A-81D5-82CDCE51D27E}">
      <dsp:nvSpPr>
        <dsp:cNvPr id="0" name=""/>
        <dsp:cNvSpPr/>
      </dsp:nvSpPr>
      <dsp:spPr>
        <a:xfrm>
          <a:off x="2232526" y="2174240"/>
          <a:ext cx="1625600" cy="16256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Data provider model (API)</a:t>
          </a:r>
        </a:p>
      </dsp:txBody>
      <dsp:txXfrm>
        <a:off x="2311881" y="2253595"/>
        <a:ext cx="1466890" cy="146689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ct val="127272"/>
              <a:buChar char="●"/>
              <a:defRPr sz="1100"/>
            </a:lvl1pPr>
            <a:lvl2pPr lvl="1">
              <a:spcBef>
                <a:spcPts val="0"/>
              </a:spcBef>
              <a:buSzPct val="127272"/>
              <a:buChar char="○"/>
              <a:defRPr sz="1100"/>
            </a:lvl2pPr>
            <a:lvl3pPr lvl="2">
              <a:spcBef>
                <a:spcPts val="0"/>
              </a:spcBef>
              <a:buSzPct val="127272"/>
              <a:buChar char="■"/>
              <a:defRPr sz="1100"/>
            </a:lvl3pPr>
            <a:lvl4pPr lvl="3">
              <a:spcBef>
                <a:spcPts val="0"/>
              </a:spcBef>
              <a:buSzPct val="127272"/>
              <a:buChar char="●"/>
              <a:defRPr sz="1100"/>
            </a:lvl4pPr>
            <a:lvl5pPr lvl="4">
              <a:spcBef>
                <a:spcPts val="0"/>
              </a:spcBef>
              <a:buSzPct val="127272"/>
              <a:buChar char="○"/>
              <a:defRPr sz="1100"/>
            </a:lvl5pPr>
            <a:lvl6pPr lvl="5">
              <a:spcBef>
                <a:spcPts val="0"/>
              </a:spcBef>
              <a:buSzPct val="127272"/>
              <a:buChar char="■"/>
              <a:defRPr sz="1100"/>
            </a:lvl6pPr>
            <a:lvl7pPr lvl="6">
              <a:spcBef>
                <a:spcPts val="0"/>
              </a:spcBef>
              <a:buSzPct val="127272"/>
              <a:buChar char="●"/>
              <a:defRPr sz="1100"/>
            </a:lvl7pPr>
            <a:lvl8pPr lvl="7">
              <a:spcBef>
                <a:spcPts val="0"/>
              </a:spcBef>
              <a:buSzPct val="127272"/>
              <a:buChar char="○"/>
              <a:defRPr sz="1100"/>
            </a:lvl8pPr>
            <a:lvl9pPr lvl="8">
              <a:spcBef>
                <a:spcPts val="0"/>
              </a:spcBef>
              <a:buSzPct val="127272"/>
              <a:buChar char="■"/>
              <a:defRPr sz="1100"/>
            </a:lvl9pPr>
          </a:lstStyle>
          <a:p>
            <a:endParaRPr/>
          </a:p>
        </p:txBody>
      </p:sp>
    </p:spTree>
    <p:extLst>
      <p:ext uri="{BB962C8B-B14F-4D97-AF65-F5344CB8AC3E}">
        <p14:creationId xmlns:p14="http://schemas.microsoft.com/office/powerpoint/2010/main" val="469692931"/>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Shape 5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6" name="Shape 5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026529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7" name="Shape 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884288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7" name="Shape 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800391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7" name="Shape 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688450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7" name="Shape 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734924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7" name="Shape 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067187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528463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3" name="Shape 9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4070131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3" name="Shape 9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939479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3" name="Shape 9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28136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176753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Shape 1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0" name="Shape 14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r>
              <a:rPr lang="en-US" b="1" dirty="0">
                <a:solidFill>
                  <a:srgbClr val="414141"/>
                </a:solidFill>
                <a:highlight>
                  <a:srgbClr val="FFFFFF"/>
                </a:highlight>
              </a:rPr>
              <a:t>Societal benefits- </a:t>
            </a:r>
            <a:r>
              <a:rPr lang="en-US" dirty="0">
                <a:solidFill>
                  <a:srgbClr val="414141"/>
                </a:solidFill>
                <a:highlight>
                  <a:srgbClr val="FFFFFF"/>
                </a:highlight>
              </a:rPr>
              <a:t>Geospatial technology can play a role in emergencies—such as helping people prepare for a natural disaster by highlighting flood-risk areas.</a:t>
            </a:r>
          </a:p>
          <a:p>
            <a:pPr lvl="0">
              <a:spcBef>
                <a:spcPts val="0"/>
              </a:spcBef>
              <a:buNone/>
            </a:pPr>
            <a:endParaRPr lang="en-US" b="1" dirty="0">
              <a:solidFill>
                <a:srgbClr val="414141"/>
              </a:solidFill>
              <a:highlight>
                <a:srgbClr val="FFFFFF"/>
              </a:highlight>
            </a:endParaRPr>
          </a:p>
          <a:p>
            <a:pPr lvl="0">
              <a:spcBef>
                <a:spcPts val="0"/>
              </a:spcBef>
              <a:buNone/>
            </a:pPr>
            <a:r>
              <a:rPr lang="en-US" b="1" dirty="0">
                <a:solidFill>
                  <a:srgbClr val="414141"/>
                </a:solidFill>
                <a:highlight>
                  <a:srgbClr val="FFFFFF"/>
                </a:highlight>
              </a:rPr>
              <a:t>Consumer benefits</a:t>
            </a:r>
          </a:p>
          <a:p>
            <a:pPr lvl="0">
              <a:spcBef>
                <a:spcPts val="0"/>
              </a:spcBef>
              <a:buNone/>
            </a:pPr>
            <a:r>
              <a:rPr lang="en-US" dirty="0">
                <a:solidFill>
                  <a:srgbClr val="414141"/>
                </a:solidFill>
                <a:highlight>
                  <a:srgbClr val="FFFFFF"/>
                </a:highlight>
              </a:rPr>
              <a:t>Geo-spatial Maps help increase efficiency  and reduce travel time </a:t>
            </a:r>
          </a:p>
          <a:p>
            <a:pPr lvl="0">
              <a:spcBef>
                <a:spcPts val="0"/>
              </a:spcBef>
              <a:buNone/>
            </a:pPr>
            <a:endParaRPr lang="en-US" dirty="0">
              <a:solidFill>
                <a:srgbClr val="414141"/>
              </a:solidFill>
              <a:highlight>
                <a:srgbClr val="FFFFFF"/>
              </a:highlight>
            </a:endParaRPr>
          </a:p>
          <a:p>
            <a:pPr lvl="0">
              <a:spcBef>
                <a:spcPts val="0"/>
              </a:spcBef>
              <a:buNone/>
            </a:pPr>
            <a:endParaRPr lang="en-US" dirty="0">
              <a:solidFill>
                <a:srgbClr val="414141"/>
              </a:solidFill>
              <a:highlight>
                <a:srgbClr val="FFFFFF"/>
              </a:highlight>
            </a:endParaRPr>
          </a:p>
          <a:p>
            <a:pPr lvl="0">
              <a:lnSpc>
                <a:spcPct val="100000"/>
              </a:lnSpc>
              <a:spcBef>
                <a:spcPts val="0"/>
              </a:spcBef>
              <a:buNone/>
            </a:pPr>
            <a:r>
              <a:rPr lang="en-US" b="1" dirty="0">
                <a:solidFill>
                  <a:srgbClr val="414141"/>
                </a:solidFill>
                <a:highlight>
                  <a:srgbClr val="FFFFFF"/>
                </a:highlight>
              </a:rPr>
              <a:t>Business benefits</a:t>
            </a:r>
          </a:p>
          <a:p>
            <a:pPr lvl="0" rtl="0">
              <a:lnSpc>
                <a:spcPct val="100000"/>
              </a:lnSpc>
              <a:spcBef>
                <a:spcPts val="0"/>
              </a:spcBef>
              <a:buNone/>
            </a:pPr>
            <a:r>
              <a:rPr lang="en-US" dirty="0">
                <a:solidFill>
                  <a:srgbClr val="414141"/>
                </a:solidFill>
                <a:highlight>
                  <a:srgbClr val="FFFFFF"/>
                </a:highlight>
              </a:rPr>
              <a:t>Maps help make small and large businesses more visible, productive and profitable. By providing useful facts such as store hours, contact information and reviews, maps help drive sales—particularly important for small businesses that may find potential new customers without incurring additional advertising costs.</a:t>
            </a:r>
          </a:p>
        </p:txBody>
      </p:sp>
    </p:spTree>
    <p:extLst>
      <p:ext uri="{BB962C8B-B14F-4D97-AF65-F5344CB8AC3E}">
        <p14:creationId xmlns:p14="http://schemas.microsoft.com/office/powerpoint/2010/main" val="1519281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0" name="Shape 18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625951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523794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10460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Shape 1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6" name="Shape 19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569691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dk1"/>
        </a:solidFill>
        <a:effectLst/>
      </p:bgPr>
    </p:bg>
    <p:spTree>
      <p:nvGrpSpPr>
        <p:cNvPr id="1" name="Shape 9"/>
        <p:cNvGrpSpPr/>
        <p:nvPr/>
      </p:nvGrpSpPr>
      <p:grpSpPr>
        <a:xfrm>
          <a:off x="0" y="0"/>
          <a:ext cx="0" cy="0"/>
          <a:chOff x="0" y="0"/>
          <a:chExt cx="0" cy="0"/>
        </a:xfrm>
      </p:grpSpPr>
      <p:sp>
        <p:nvSpPr>
          <p:cNvPr id="10" name="Shape 10"/>
          <p:cNvSpPr/>
          <p:nvPr/>
        </p:nvSpPr>
        <p:spPr>
          <a:xfrm>
            <a:off x="4286250" y="0"/>
            <a:ext cx="72300" cy="5143500"/>
          </a:xfrm>
          <a:prstGeom prst="rect">
            <a:avLst/>
          </a:prstGeom>
          <a:solidFill>
            <a:schemeClr val="dk2"/>
          </a:solidFill>
          <a:ln>
            <a:noFill/>
          </a:ln>
        </p:spPr>
        <p:txBody>
          <a:bodyPr wrap="square" lIns="91425" tIns="91425" rIns="91425" bIns="91425" anchor="ctr" anchorCtr="0">
            <a:noAutofit/>
          </a:bodyPr>
          <a:lstStyle/>
          <a:p>
            <a:pPr lvl="0">
              <a:spcBef>
                <a:spcPts val="0"/>
              </a:spcBef>
              <a:buNone/>
            </a:pPr>
            <a:endParaRPr/>
          </a:p>
        </p:txBody>
      </p:sp>
      <p:sp>
        <p:nvSpPr>
          <p:cNvPr id="11" name="Shape 11"/>
          <p:cNvSpPr/>
          <p:nvPr/>
        </p:nvSpPr>
        <p:spPr>
          <a:xfrm>
            <a:off x="4358475" y="0"/>
            <a:ext cx="3853200" cy="5143500"/>
          </a:xfrm>
          <a:prstGeom prst="rect">
            <a:avLst/>
          </a:prstGeom>
          <a:solidFill>
            <a:schemeClr val="accent5"/>
          </a:solidFill>
          <a:ln>
            <a:noFill/>
          </a:ln>
        </p:spPr>
        <p:txBody>
          <a:bodyPr wrap="square" lIns="91425" tIns="91425" rIns="91425" bIns="91425" anchor="ctr" anchorCtr="0">
            <a:noAutofit/>
          </a:bodyPr>
          <a:lstStyle/>
          <a:p>
            <a:pPr lvl="0">
              <a:spcBef>
                <a:spcPts val="0"/>
              </a:spcBef>
              <a:buNone/>
            </a:pPr>
            <a:endParaRPr/>
          </a:p>
        </p:txBody>
      </p:sp>
      <p:sp>
        <p:nvSpPr>
          <p:cNvPr id="12" name="Shape 12"/>
          <p:cNvSpPr txBox="1">
            <a:spLocks noGrp="1"/>
          </p:cNvSpPr>
          <p:nvPr>
            <p:ph type="ctrTitle"/>
          </p:nvPr>
        </p:nvSpPr>
        <p:spPr>
          <a:xfrm>
            <a:off x="344250" y="1403850"/>
            <a:ext cx="8455500" cy="2146800"/>
          </a:xfrm>
          <a:prstGeom prst="rect">
            <a:avLst/>
          </a:prstGeom>
          <a:solidFill>
            <a:srgbClr val="FFFFFF"/>
          </a:solidFill>
        </p:spPr>
        <p:txBody>
          <a:bodyPr wrap="square" lIns="91425" tIns="91425" rIns="91425" bIns="91425" anchor="ctr" anchorCtr="0"/>
          <a:lstStyle>
            <a:lvl1pPr lvl="0" algn="ctr">
              <a:spcBef>
                <a:spcPts val="0"/>
              </a:spcBef>
              <a:buSzPct val="100000"/>
              <a:buFont typeface="Playfair Display"/>
              <a:defRPr sz="6800" b="1">
                <a:latin typeface="Playfair Display"/>
                <a:ea typeface="Playfair Display"/>
                <a:cs typeface="Playfair Display"/>
                <a:sym typeface="Playfair Display"/>
              </a:defRPr>
            </a:lvl1pPr>
            <a:lvl2pPr lvl="1" algn="ctr">
              <a:spcBef>
                <a:spcPts val="0"/>
              </a:spcBef>
              <a:buSzPct val="100000"/>
              <a:buFont typeface="Playfair Display"/>
              <a:defRPr sz="6800" b="1">
                <a:latin typeface="Playfair Display"/>
                <a:ea typeface="Playfair Display"/>
                <a:cs typeface="Playfair Display"/>
                <a:sym typeface="Playfair Display"/>
              </a:defRPr>
            </a:lvl2pPr>
            <a:lvl3pPr lvl="2" algn="ctr">
              <a:spcBef>
                <a:spcPts val="0"/>
              </a:spcBef>
              <a:buSzPct val="100000"/>
              <a:buFont typeface="Playfair Display"/>
              <a:defRPr sz="6800" b="1">
                <a:latin typeface="Playfair Display"/>
                <a:ea typeface="Playfair Display"/>
                <a:cs typeface="Playfair Display"/>
                <a:sym typeface="Playfair Display"/>
              </a:defRPr>
            </a:lvl3pPr>
            <a:lvl4pPr lvl="3" algn="ctr">
              <a:spcBef>
                <a:spcPts val="0"/>
              </a:spcBef>
              <a:buSzPct val="100000"/>
              <a:buFont typeface="Playfair Display"/>
              <a:defRPr sz="6800" b="1">
                <a:latin typeface="Playfair Display"/>
                <a:ea typeface="Playfair Display"/>
                <a:cs typeface="Playfair Display"/>
                <a:sym typeface="Playfair Display"/>
              </a:defRPr>
            </a:lvl4pPr>
            <a:lvl5pPr lvl="4" algn="ctr">
              <a:spcBef>
                <a:spcPts val="0"/>
              </a:spcBef>
              <a:buSzPct val="100000"/>
              <a:buFont typeface="Playfair Display"/>
              <a:defRPr sz="6800" b="1">
                <a:latin typeface="Playfair Display"/>
                <a:ea typeface="Playfair Display"/>
                <a:cs typeface="Playfair Display"/>
                <a:sym typeface="Playfair Display"/>
              </a:defRPr>
            </a:lvl5pPr>
            <a:lvl6pPr lvl="5" algn="ctr">
              <a:spcBef>
                <a:spcPts val="0"/>
              </a:spcBef>
              <a:buSzPct val="100000"/>
              <a:buFont typeface="Playfair Display"/>
              <a:defRPr sz="6800" b="1">
                <a:latin typeface="Playfair Display"/>
                <a:ea typeface="Playfair Display"/>
                <a:cs typeface="Playfair Display"/>
                <a:sym typeface="Playfair Display"/>
              </a:defRPr>
            </a:lvl6pPr>
            <a:lvl7pPr lvl="6" algn="ctr">
              <a:spcBef>
                <a:spcPts val="0"/>
              </a:spcBef>
              <a:buSzPct val="100000"/>
              <a:buFont typeface="Playfair Display"/>
              <a:defRPr sz="6800" b="1">
                <a:latin typeface="Playfair Display"/>
                <a:ea typeface="Playfair Display"/>
                <a:cs typeface="Playfair Display"/>
                <a:sym typeface="Playfair Display"/>
              </a:defRPr>
            </a:lvl7pPr>
            <a:lvl8pPr lvl="7" algn="ctr">
              <a:spcBef>
                <a:spcPts val="0"/>
              </a:spcBef>
              <a:buSzPct val="100000"/>
              <a:buFont typeface="Playfair Display"/>
              <a:defRPr sz="6800" b="1">
                <a:latin typeface="Playfair Display"/>
                <a:ea typeface="Playfair Display"/>
                <a:cs typeface="Playfair Display"/>
                <a:sym typeface="Playfair Display"/>
              </a:defRPr>
            </a:lvl8pPr>
            <a:lvl9pPr lvl="8" algn="ctr">
              <a:spcBef>
                <a:spcPts val="0"/>
              </a:spcBef>
              <a:buSzPct val="100000"/>
              <a:buFont typeface="Playfair Display"/>
              <a:defRPr sz="6800" b="1">
                <a:latin typeface="Playfair Display"/>
                <a:ea typeface="Playfair Display"/>
                <a:cs typeface="Playfair Display"/>
                <a:sym typeface="Playfair Display"/>
              </a:defRPr>
            </a:lvl9pPr>
          </a:lstStyle>
          <a:p>
            <a:endParaRPr/>
          </a:p>
        </p:txBody>
      </p:sp>
      <p:sp>
        <p:nvSpPr>
          <p:cNvPr id="13" name="Shape 13"/>
          <p:cNvSpPr txBox="1">
            <a:spLocks noGrp="1"/>
          </p:cNvSpPr>
          <p:nvPr>
            <p:ph type="subTitle" idx="1"/>
          </p:nvPr>
        </p:nvSpPr>
        <p:spPr>
          <a:xfrm>
            <a:off x="344250" y="3550650"/>
            <a:ext cx="4910100" cy="577800"/>
          </a:xfrm>
          <a:prstGeom prst="rect">
            <a:avLst/>
          </a:prstGeom>
          <a:solidFill>
            <a:schemeClr val="dk2"/>
          </a:solidFill>
        </p:spPr>
        <p:txBody>
          <a:bodyPr wrap="square" lIns="91425" tIns="91425" rIns="91425" bIns="91425" anchor="ctr" anchorCtr="0"/>
          <a:lstStyle>
            <a:lvl1pPr lvl="0">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9pPr>
          </a:lstStyle>
          <a:p>
            <a:endParaRPr/>
          </a:p>
        </p:txBody>
      </p:sp>
      <p:sp>
        <p:nvSpPr>
          <p:cNvPr id="14" name="Shape 14"/>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accent5"/>
        </a:solidFill>
        <a:effectLst/>
      </p:bgPr>
    </p:bg>
    <p:spTree>
      <p:nvGrpSpPr>
        <p:cNvPr id="1" name="Shape 15"/>
        <p:cNvGrpSpPr/>
        <p:nvPr/>
      </p:nvGrpSpPr>
      <p:grpSpPr>
        <a:xfrm>
          <a:off x="0" y="0"/>
          <a:ext cx="0" cy="0"/>
          <a:chOff x="0" y="0"/>
          <a:chExt cx="0" cy="0"/>
        </a:xfrm>
      </p:grpSpPr>
      <p:sp>
        <p:nvSpPr>
          <p:cNvPr id="16" name="Shape 16"/>
          <p:cNvSpPr/>
          <p:nvPr/>
        </p:nvSpPr>
        <p:spPr>
          <a:xfrm rot="5400000">
            <a:off x="4550700" y="-498600"/>
            <a:ext cx="42600" cy="8455800"/>
          </a:xfrm>
          <a:prstGeom prst="rect">
            <a:avLst/>
          </a:prstGeom>
          <a:solidFill>
            <a:schemeClr val="dk2"/>
          </a:solidFill>
          <a:ln>
            <a:noFill/>
          </a:ln>
        </p:spPr>
        <p:txBody>
          <a:bodyPr wrap="square" lIns="91425" tIns="91425" rIns="91425" bIns="91425" anchor="ctr" anchorCtr="0">
            <a:noAutofit/>
          </a:bodyPr>
          <a:lstStyle/>
          <a:p>
            <a:pPr lvl="0">
              <a:spcBef>
                <a:spcPts val="0"/>
              </a:spcBef>
              <a:buNone/>
            </a:pPr>
            <a:endParaRPr/>
          </a:p>
        </p:txBody>
      </p:sp>
      <p:sp>
        <p:nvSpPr>
          <p:cNvPr id="17" name="Shape 17"/>
          <p:cNvSpPr txBox="1">
            <a:spLocks noGrp="1"/>
          </p:cNvSpPr>
          <p:nvPr>
            <p:ph type="title"/>
          </p:nvPr>
        </p:nvSpPr>
        <p:spPr>
          <a:xfrm>
            <a:off x="344250" y="1403850"/>
            <a:ext cx="8455500" cy="2146800"/>
          </a:xfrm>
          <a:prstGeom prst="rect">
            <a:avLst/>
          </a:prstGeom>
          <a:solidFill>
            <a:srgbClr val="FFFFFF"/>
          </a:solidFill>
        </p:spPr>
        <p:txBody>
          <a:bodyPr wrap="square" lIns="91425" tIns="91425" rIns="91425" bIns="91425" anchor="ctr" anchorCtr="0"/>
          <a:lstStyle>
            <a:lvl1pPr lvl="0" algn="ctr">
              <a:spcBef>
                <a:spcPts val="0"/>
              </a:spcBef>
              <a:buSzPct val="100000"/>
              <a:buFont typeface="Playfair Display"/>
              <a:defRPr sz="4800" b="1">
                <a:latin typeface="Playfair Display"/>
                <a:ea typeface="Playfair Display"/>
                <a:cs typeface="Playfair Display"/>
                <a:sym typeface="Playfair Display"/>
              </a:defRPr>
            </a:lvl1pPr>
            <a:lvl2pPr lvl="1" algn="ctr">
              <a:spcBef>
                <a:spcPts val="0"/>
              </a:spcBef>
              <a:buSzPct val="100000"/>
              <a:buFont typeface="Playfair Display"/>
              <a:defRPr sz="4800" b="1">
                <a:latin typeface="Playfair Display"/>
                <a:ea typeface="Playfair Display"/>
                <a:cs typeface="Playfair Display"/>
                <a:sym typeface="Playfair Display"/>
              </a:defRPr>
            </a:lvl2pPr>
            <a:lvl3pPr lvl="2" algn="ctr">
              <a:spcBef>
                <a:spcPts val="0"/>
              </a:spcBef>
              <a:buSzPct val="100000"/>
              <a:buFont typeface="Playfair Display"/>
              <a:defRPr sz="4800" b="1">
                <a:latin typeface="Playfair Display"/>
                <a:ea typeface="Playfair Display"/>
                <a:cs typeface="Playfair Display"/>
                <a:sym typeface="Playfair Display"/>
              </a:defRPr>
            </a:lvl3pPr>
            <a:lvl4pPr lvl="3" algn="ctr">
              <a:spcBef>
                <a:spcPts val="0"/>
              </a:spcBef>
              <a:buSzPct val="100000"/>
              <a:buFont typeface="Playfair Display"/>
              <a:defRPr sz="4800" b="1">
                <a:latin typeface="Playfair Display"/>
                <a:ea typeface="Playfair Display"/>
                <a:cs typeface="Playfair Display"/>
                <a:sym typeface="Playfair Display"/>
              </a:defRPr>
            </a:lvl4pPr>
            <a:lvl5pPr lvl="4" algn="ctr">
              <a:spcBef>
                <a:spcPts val="0"/>
              </a:spcBef>
              <a:buSzPct val="100000"/>
              <a:buFont typeface="Playfair Display"/>
              <a:defRPr sz="4800" b="1">
                <a:latin typeface="Playfair Display"/>
                <a:ea typeface="Playfair Display"/>
                <a:cs typeface="Playfair Display"/>
                <a:sym typeface="Playfair Display"/>
              </a:defRPr>
            </a:lvl5pPr>
            <a:lvl6pPr lvl="5" algn="ctr">
              <a:spcBef>
                <a:spcPts val="0"/>
              </a:spcBef>
              <a:buSzPct val="100000"/>
              <a:buFont typeface="Playfair Display"/>
              <a:defRPr sz="4800" b="1">
                <a:latin typeface="Playfair Display"/>
                <a:ea typeface="Playfair Display"/>
                <a:cs typeface="Playfair Display"/>
                <a:sym typeface="Playfair Display"/>
              </a:defRPr>
            </a:lvl6pPr>
            <a:lvl7pPr lvl="6" algn="ctr">
              <a:spcBef>
                <a:spcPts val="0"/>
              </a:spcBef>
              <a:buSzPct val="100000"/>
              <a:buFont typeface="Playfair Display"/>
              <a:defRPr sz="4800" b="1">
                <a:latin typeface="Playfair Display"/>
                <a:ea typeface="Playfair Display"/>
                <a:cs typeface="Playfair Display"/>
                <a:sym typeface="Playfair Display"/>
              </a:defRPr>
            </a:lvl7pPr>
            <a:lvl8pPr lvl="7" algn="ctr">
              <a:spcBef>
                <a:spcPts val="0"/>
              </a:spcBef>
              <a:buSzPct val="100000"/>
              <a:buFont typeface="Playfair Display"/>
              <a:defRPr sz="4800" b="1">
                <a:latin typeface="Playfair Display"/>
                <a:ea typeface="Playfair Display"/>
                <a:cs typeface="Playfair Display"/>
                <a:sym typeface="Playfair Display"/>
              </a:defRPr>
            </a:lvl8pPr>
            <a:lvl9pPr lvl="8" algn="ctr">
              <a:spcBef>
                <a:spcPts val="0"/>
              </a:spcBef>
              <a:buSzPct val="100000"/>
              <a:buFont typeface="Playfair Display"/>
              <a:defRPr sz="4800" b="1">
                <a:latin typeface="Playfair Display"/>
                <a:ea typeface="Playfair Display"/>
                <a:cs typeface="Playfair Display"/>
                <a:sym typeface="Playfair Display"/>
              </a:defRPr>
            </a:lvl9pPr>
          </a:lstStyle>
          <a:p>
            <a:endParaRPr/>
          </a:p>
        </p:txBody>
      </p:sp>
      <p:sp>
        <p:nvSpPr>
          <p:cNvPr id="18" name="Shape 18"/>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1" name="Shape 21"/>
          <p:cNvSpPr txBox="1">
            <a:spLocks noGrp="1"/>
          </p:cNvSpPr>
          <p:nvPr>
            <p:ph type="body" idx="1"/>
          </p:nvPr>
        </p:nvSpPr>
        <p:spPr>
          <a:xfrm>
            <a:off x="311700" y="1234075"/>
            <a:ext cx="8520600" cy="33348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3"/>
        <p:cNvGrpSpPr/>
        <p:nvPr/>
      </p:nvGrpSpPr>
      <p:grpSpPr>
        <a:xfrm>
          <a:off x="0" y="0"/>
          <a:ext cx="0" cy="0"/>
          <a:chOff x="0" y="0"/>
          <a:chExt cx="0" cy="0"/>
        </a:xfrm>
      </p:grpSpPr>
      <p:sp>
        <p:nvSpPr>
          <p:cNvPr id="24" name="Shape 24"/>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5" name="Shape 25"/>
          <p:cNvSpPr txBox="1">
            <a:spLocks noGrp="1"/>
          </p:cNvSpPr>
          <p:nvPr>
            <p:ph type="body" idx="1"/>
          </p:nvPr>
        </p:nvSpPr>
        <p:spPr>
          <a:xfrm>
            <a:off x="311700" y="1234050"/>
            <a:ext cx="3999900" cy="3334800"/>
          </a:xfrm>
          <a:prstGeom prst="rect">
            <a:avLst/>
          </a:prstGeom>
        </p:spPr>
        <p:txBody>
          <a:bodyPr wrap="square"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6" name="Shape 26"/>
          <p:cNvSpPr txBox="1">
            <a:spLocks noGrp="1"/>
          </p:cNvSpPr>
          <p:nvPr>
            <p:ph type="body" idx="2"/>
          </p:nvPr>
        </p:nvSpPr>
        <p:spPr>
          <a:xfrm>
            <a:off x="4832400" y="1234050"/>
            <a:ext cx="3999900" cy="3334800"/>
          </a:xfrm>
          <a:prstGeom prst="rect">
            <a:avLst/>
          </a:prstGeom>
        </p:spPr>
        <p:txBody>
          <a:bodyPr wrap="square"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7" name="Shape 27"/>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0" name="Shape 30"/>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311700" y="555600"/>
            <a:ext cx="2808000" cy="755700"/>
          </a:xfrm>
          <a:prstGeom prst="rect">
            <a:avLst/>
          </a:prstGeom>
        </p:spPr>
        <p:txBody>
          <a:bodyPr wrap="square"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3" name="Shape 33"/>
          <p:cNvSpPr txBox="1">
            <a:spLocks noGrp="1"/>
          </p:cNvSpPr>
          <p:nvPr>
            <p:ph type="body" idx="1"/>
          </p:nvPr>
        </p:nvSpPr>
        <p:spPr>
          <a:xfrm>
            <a:off x="311700" y="1389600"/>
            <a:ext cx="2808000" cy="3179400"/>
          </a:xfrm>
          <a:prstGeom prst="rect">
            <a:avLst/>
          </a:prstGeom>
        </p:spPr>
        <p:txBody>
          <a:bodyPr wrap="square"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4" name="Shape 34"/>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bg>
      <p:bgPr>
        <a:solidFill>
          <a:schemeClr val="accent3"/>
        </a:solidFill>
        <a:effectLst/>
      </p:bgPr>
    </p:bg>
    <p:spTree>
      <p:nvGrpSpPr>
        <p:cNvPr id="1" name="Shape 35"/>
        <p:cNvGrpSpPr/>
        <p:nvPr/>
      </p:nvGrpSpPr>
      <p:grpSpPr>
        <a:xfrm>
          <a:off x="0" y="0"/>
          <a:ext cx="0" cy="0"/>
          <a:chOff x="0" y="0"/>
          <a:chExt cx="0" cy="0"/>
        </a:xfrm>
      </p:grpSpPr>
      <p:sp>
        <p:nvSpPr>
          <p:cNvPr id="36" name="Shape 36"/>
          <p:cNvSpPr txBox="1">
            <a:spLocks noGrp="1"/>
          </p:cNvSpPr>
          <p:nvPr>
            <p:ph type="title"/>
          </p:nvPr>
        </p:nvSpPr>
        <p:spPr>
          <a:xfrm>
            <a:off x="490250" y="526350"/>
            <a:ext cx="5618700" cy="4090800"/>
          </a:xfrm>
          <a:prstGeom prst="rect">
            <a:avLst/>
          </a:prstGeom>
        </p:spPr>
        <p:txBody>
          <a:bodyPr wrap="square" lIns="91425" tIns="91425" rIns="91425" bIns="91425" anchor="ctr" anchorCtr="0"/>
          <a:lstStyle>
            <a:lvl1pPr lvl="0">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1pPr>
            <a:lvl2pPr lvl="1">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2pPr>
            <a:lvl3pPr lvl="2">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3pPr>
            <a:lvl4pPr lvl="3">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4pPr>
            <a:lvl5pPr lvl="4">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5pPr>
            <a:lvl6pPr lvl="5">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6pPr>
            <a:lvl7pPr lvl="6">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7pPr>
            <a:lvl8pPr lvl="7">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8pPr>
            <a:lvl9pPr lvl="8">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9pPr>
          </a:lstStyle>
          <a:p>
            <a:endParaRPr/>
          </a:p>
        </p:txBody>
      </p:sp>
      <p:sp>
        <p:nvSpPr>
          <p:cNvPr id="37" name="Shape 37"/>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8"/>
        <p:cNvGrpSpPr/>
        <p:nvPr/>
      </p:nvGrpSpPr>
      <p:grpSpPr>
        <a:xfrm>
          <a:off x="0" y="0"/>
          <a:ext cx="0" cy="0"/>
          <a:chOff x="0" y="0"/>
          <a:chExt cx="0" cy="0"/>
        </a:xfrm>
      </p:grpSpPr>
      <p:sp>
        <p:nvSpPr>
          <p:cNvPr id="39" name="Shape 39"/>
          <p:cNvSpPr/>
          <p:nvPr/>
        </p:nvSpPr>
        <p:spPr>
          <a:xfrm>
            <a:off x="4572000" y="-75"/>
            <a:ext cx="4572000" cy="5143500"/>
          </a:xfrm>
          <a:prstGeom prst="rect">
            <a:avLst/>
          </a:prstGeom>
          <a:solidFill>
            <a:schemeClr val="dk1"/>
          </a:solidFill>
          <a:ln>
            <a:noFill/>
          </a:ln>
        </p:spPr>
        <p:txBody>
          <a:bodyPr wrap="square" lIns="91425" tIns="91425" rIns="91425" bIns="91425" anchor="ctr" anchorCtr="0">
            <a:noAutofit/>
          </a:bodyPr>
          <a:lstStyle/>
          <a:p>
            <a:pPr lvl="0">
              <a:spcBef>
                <a:spcPts val="0"/>
              </a:spcBef>
              <a:buNone/>
            </a:pPr>
            <a:endParaRPr/>
          </a:p>
        </p:txBody>
      </p:sp>
      <p:cxnSp>
        <p:nvCxnSpPr>
          <p:cNvPr id="40" name="Shape 40"/>
          <p:cNvCxnSpPr/>
          <p:nvPr/>
        </p:nvCxnSpPr>
        <p:spPr>
          <a:xfrm>
            <a:off x="5029675" y="4495500"/>
            <a:ext cx="468300" cy="0"/>
          </a:xfrm>
          <a:prstGeom prst="straightConnector1">
            <a:avLst/>
          </a:prstGeom>
          <a:noFill/>
          <a:ln w="19050" cap="flat" cmpd="sng">
            <a:solidFill>
              <a:schemeClr val="dk2"/>
            </a:solidFill>
            <a:prstDash val="solid"/>
            <a:round/>
            <a:headEnd type="none" w="med" len="med"/>
            <a:tailEnd type="none" w="med" len="med"/>
          </a:ln>
        </p:spPr>
      </p:cxnSp>
      <p:sp>
        <p:nvSpPr>
          <p:cNvPr id="41" name="Shape 41"/>
          <p:cNvSpPr txBox="1">
            <a:spLocks noGrp="1"/>
          </p:cNvSpPr>
          <p:nvPr>
            <p:ph type="title"/>
          </p:nvPr>
        </p:nvSpPr>
        <p:spPr>
          <a:xfrm>
            <a:off x="265500" y="1081675"/>
            <a:ext cx="4045200" cy="1786200"/>
          </a:xfrm>
          <a:prstGeom prst="rect">
            <a:avLst/>
          </a:prstGeom>
        </p:spPr>
        <p:txBody>
          <a:bodyPr wrap="square"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42" name="Shape 42"/>
          <p:cNvSpPr txBox="1">
            <a:spLocks noGrp="1"/>
          </p:cNvSpPr>
          <p:nvPr>
            <p:ph type="subTitle" idx="1"/>
          </p:nvPr>
        </p:nvSpPr>
        <p:spPr>
          <a:xfrm>
            <a:off x="265500" y="2921401"/>
            <a:ext cx="4045200" cy="1345500"/>
          </a:xfrm>
          <a:prstGeom prst="rect">
            <a:avLst/>
          </a:prstGeom>
        </p:spPr>
        <p:txBody>
          <a:bodyPr wrap="square"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43" name="Shape 43"/>
          <p:cNvSpPr txBox="1">
            <a:spLocks noGrp="1"/>
          </p:cNvSpPr>
          <p:nvPr>
            <p:ph type="body" idx="2"/>
          </p:nvPr>
        </p:nvSpPr>
        <p:spPr>
          <a:xfrm>
            <a:off x="4939500" y="724200"/>
            <a:ext cx="3837000" cy="3695100"/>
          </a:xfrm>
          <a:prstGeom prst="rect">
            <a:avLst/>
          </a:prstGeom>
        </p:spPr>
        <p:txBody>
          <a:bodyPr wrap="square"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5"/>
        <p:cNvGrpSpPr/>
        <p:nvPr/>
      </p:nvGrpSpPr>
      <p:grpSpPr>
        <a:xfrm>
          <a:off x="0" y="0"/>
          <a:ext cx="0" cy="0"/>
          <a:chOff x="0" y="0"/>
          <a:chExt cx="0" cy="0"/>
        </a:xfrm>
      </p:grpSpPr>
      <p:sp>
        <p:nvSpPr>
          <p:cNvPr id="46" name="Shape 46"/>
          <p:cNvSpPr txBox="1">
            <a:spLocks noGrp="1"/>
          </p:cNvSpPr>
          <p:nvPr>
            <p:ph type="body" idx="1"/>
          </p:nvPr>
        </p:nvSpPr>
        <p:spPr>
          <a:xfrm>
            <a:off x="311700" y="4230575"/>
            <a:ext cx="5998800" cy="605100"/>
          </a:xfrm>
          <a:prstGeom prst="rect">
            <a:avLst/>
          </a:prstGeom>
        </p:spPr>
        <p:txBody>
          <a:bodyPr wrap="square" lIns="91425" tIns="91425" rIns="91425" bIns="91425" anchor="ctr" anchorCtr="0"/>
          <a:lstStyle>
            <a:lvl1pPr lvl="0">
              <a:lnSpc>
                <a:spcPct val="100000"/>
              </a:lnSpc>
              <a:spcBef>
                <a:spcPts val="0"/>
              </a:spcBef>
              <a:spcAft>
                <a:spcPts val="0"/>
              </a:spcAft>
              <a:buNone/>
              <a:defRPr/>
            </a:lvl1pPr>
          </a:lstStyle>
          <a:p>
            <a:endParaRPr/>
          </a:p>
        </p:txBody>
      </p:sp>
      <p:sp>
        <p:nvSpPr>
          <p:cNvPr id="47" name="Shape 47"/>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8"/>
        <p:cNvGrpSpPr/>
        <p:nvPr/>
      </p:nvGrpSpPr>
      <p:grpSpPr>
        <a:xfrm>
          <a:off x="0" y="0"/>
          <a:ext cx="0" cy="0"/>
          <a:chOff x="0" y="0"/>
          <a:chExt cx="0" cy="0"/>
        </a:xfrm>
      </p:grpSpPr>
      <p:sp>
        <p:nvSpPr>
          <p:cNvPr id="49" name="Shape 49"/>
          <p:cNvSpPr txBox="1">
            <a:spLocks noGrp="1"/>
          </p:cNvSpPr>
          <p:nvPr>
            <p:ph type="title"/>
          </p:nvPr>
        </p:nvSpPr>
        <p:spPr>
          <a:xfrm>
            <a:off x="311700" y="999925"/>
            <a:ext cx="8520600" cy="2146200"/>
          </a:xfrm>
          <a:prstGeom prst="rect">
            <a:avLst/>
          </a:prstGeom>
        </p:spPr>
        <p:txBody>
          <a:bodyPr wrap="square" lIns="91425" tIns="91425" rIns="91425" bIns="91425" anchor="b" anchorCtr="0"/>
          <a:lstStyle>
            <a:lvl1pPr lvl="0" algn="ctr">
              <a:spcBef>
                <a:spcPts val="0"/>
              </a:spcBef>
              <a:buSzPct val="100000"/>
              <a:buFont typeface="Montserrat"/>
              <a:defRPr sz="14000">
                <a:latin typeface="Montserrat"/>
                <a:ea typeface="Montserrat"/>
                <a:cs typeface="Montserrat"/>
                <a:sym typeface="Montserrat"/>
              </a:defRPr>
            </a:lvl1pPr>
            <a:lvl2pPr lvl="1" algn="ctr">
              <a:spcBef>
                <a:spcPts val="0"/>
              </a:spcBef>
              <a:buSzPct val="100000"/>
              <a:buFont typeface="Montserrat"/>
              <a:defRPr sz="14000">
                <a:latin typeface="Montserrat"/>
                <a:ea typeface="Montserrat"/>
                <a:cs typeface="Montserrat"/>
                <a:sym typeface="Montserrat"/>
              </a:defRPr>
            </a:lvl2pPr>
            <a:lvl3pPr lvl="2" algn="ctr">
              <a:spcBef>
                <a:spcPts val="0"/>
              </a:spcBef>
              <a:buSzPct val="100000"/>
              <a:buFont typeface="Montserrat"/>
              <a:defRPr sz="14000">
                <a:latin typeface="Montserrat"/>
                <a:ea typeface="Montserrat"/>
                <a:cs typeface="Montserrat"/>
                <a:sym typeface="Montserrat"/>
              </a:defRPr>
            </a:lvl3pPr>
            <a:lvl4pPr lvl="3" algn="ctr">
              <a:spcBef>
                <a:spcPts val="0"/>
              </a:spcBef>
              <a:buSzPct val="100000"/>
              <a:buFont typeface="Montserrat"/>
              <a:defRPr sz="14000">
                <a:latin typeface="Montserrat"/>
                <a:ea typeface="Montserrat"/>
                <a:cs typeface="Montserrat"/>
                <a:sym typeface="Montserrat"/>
              </a:defRPr>
            </a:lvl4pPr>
            <a:lvl5pPr lvl="4" algn="ctr">
              <a:spcBef>
                <a:spcPts val="0"/>
              </a:spcBef>
              <a:buSzPct val="100000"/>
              <a:buFont typeface="Montserrat"/>
              <a:defRPr sz="14000">
                <a:latin typeface="Montserrat"/>
                <a:ea typeface="Montserrat"/>
                <a:cs typeface="Montserrat"/>
                <a:sym typeface="Montserrat"/>
              </a:defRPr>
            </a:lvl5pPr>
            <a:lvl6pPr lvl="5" algn="ctr">
              <a:spcBef>
                <a:spcPts val="0"/>
              </a:spcBef>
              <a:buSzPct val="100000"/>
              <a:buFont typeface="Montserrat"/>
              <a:defRPr sz="14000">
                <a:latin typeface="Montserrat"/>
                <a:ea typeface="Montserrat"/>
                <a:cs typeface="Montserrat"/>
                <a:sym typeface="Montserrat"/>
              </a:defRPr>
            </a:lvl6pPr>
            <a:lvl7pPr lvl="6" algn="ctr">
              <a:spcBef>
                <a:spcPts val="0"/>
              </a:spcBef>
              <a:buSzPct val="100000"/>
              <a:buFont typeface="Montserrat"/>
              <a:defRPr sz="14000">
                <a:latin typeface="Montserrat"/>
                <a:ea typeface="Montserrat"/>
                <a:cs typeface="Montserrat"/>
                <a:sym typeface="Montserrat"/>
              </a:defRPr>
            </a:lvl7pPr>
            <a:lvl8pPr lvl="7" algn="ctr">
              <a:spcBef>
                <a:spcPts val="0"/>
              </a:spcBef>
              <a:buSzPct val="100000"/>
              <a:buFont typeface="Montserrat"/>
              <a:defRPr sz="14000">
                <a:latin typeface="Montserrat"/>
                <a:ea typeface="Montserrat"/>
                <a:cs typeface="Montserrat"/>
                <a:sym typeface="Montserrat"/>
              </a:defRPr>
            </a:lvl8pPr>
            <a:lvl9pPr lvl="8" algn="ctr">
              <a:spcBef>
                <a:spcPts val="0"/>
              </a:spcBef>
              <a:buSzPct val="100000"/>
              <a:buFont typeface="Montserrat"/>
              <a:defRPr sz="14000">
                <a:latin typeface="Montserrat"/>
                <a:ea typeface="Montserrat"/>
                <a:cs typeface="Montserrat"/>
                <a:sym typeface="Montserrat"/>
              </a:defRPr>
            </a:lvl9pPr>
          </a:lstStyle>
          <a:p>
            <a:endParaRPr/>
          </a:p>
        </p:txBody>
      </p:sp>
      <p:sp>
        <p:nvSpPr>
          <p:cNvPr id="50" name="Shape 50"/>
          <p:cNvSpPr txBox="1">
            <a:spLocks noGrp="1"/>
          </p:cNvSpPr>
          <p:nvPr>
            <p:ph type="body" idx="1"/>
          </p:nvPr>
        </p:nvSpPr>
        <p:spPr>
          <a:xfrm>
            <a:off x="311700" y="3228425"/>
            <a:ext cx="8520600" cy="1300800"/>
          </a:xfrm>
          <a:prstGeom prst="rect">
            <a:avLst/>
          </a:prstGeom>
        </p:spPr>
        <p:txBody>
          <a:bodyPr wrap="square"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51" name="Shape 51"/>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sp>
        <p:nvSpPr>
          <p:cNvPr id="53" name="Shape 53"/>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op">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spcBef>
                <a:spcPts val="0"/>
              </a:spcBef>
              <a:buClr>
                <a:schemeClr val="dk2"/>
              </a:buClr>
              <a:buSzPct val="100000"/>
              <a:buFont typeface="Oswald"/>
              <a:buNone/>
              <a:defRPr sz="3000">
                <a:solidFill>
                  <a:schemeClr val="dk2"/>
                </a:solidFill>
                <a:latin typeface="Oswald"/>
                <a:ea typeface="Oswald"/>
                <a:cs typeface="Oswald"/>
                <a:sym typeface="Oswald"/>
              </a:defRPr>
            </a:lvl1pPr>
            <a:lvl2pPr lvl="1">
              <a:spcBef>
                <a:spcPts val="0"/>
              </a:spcBef>
              <a:buClr>
                <a:schemeClr val="dk2"/>
              </a:buClr>
              <a:buSzPct val="100000"/>
              <a:buFont typeface="Oswald"/>
              <a:buNone/>
              <a:defRPr sz="3000">
                <a:solidFill>
                  <a:schemeClr val="dk2"/>
                </a:solidFill>
                <a:latin typeface="Oswald"/>
                <a:ea typeface="Oswald"/>
                <a:cs typeface="Oswald"/>
                <a:sym typeface="Oswald"/>
              </a:defRPr>
            </a:lvl2pPr>
            <a:lvl3pPr lvl="2">
              <a:spcBef>
                <a:spcPts val="0"/>
              </a:spcBef>
              <a:buClr>
                <a:schemeClr val="dk2"/>
              </a:buClr>
              <a:buSzPct val="100000"/>
              <a:buFont typeface="Oswald"/>
              <a:buNone/>
              <a:defRPr sz="3000">
                <a:solidFill>
                  <a:schemeClr val="dk2"/>
                </a:solidFill>
                <a:latin typeface="Oswald"/>
                <a:ea typeface="Oswald"/>
                <a:cs typeface="Oswald"/>
                <a:sym typeface="Oswald"/>
              </a:defRPr>
            </a:lvl3pPr>
            <a:lvl4pPr lvl="3">
              <a:spcBef>
                <a:spcPts val="0"/>
              </a:spcBef>
              <a:buClr>
                <a:schemeClr val="dk2"/>
              </a:buClr>
              <a:buSzPct val="100000"/>
              <a:buFont typeface="Oswald"/>
              <a:buNone/>
              <a:defRPr sz="3000">
                <a:solidFill>
                  <a:schemeClr val="dk2"/>
                </a:solidFill>
                <a:latin typeface="Oswald"/>
                <a:ea typeface="Oswald"/>
                <a:cs typeface="Oswald"/>
                <a:sym typeface="Oswald"/>
              </a:defRPr>
            </a:lvl4pPr>
            <a:lvl5pPr lvl="4">
              <a:spcBef>
                <a:spcPts val="0"/>
              </a:spcBef>
              <a:buClr>
                <a:schemeClr val="dk2"/>
              </a:buClr>
              <a:buSzPct val="100000"/>
              <a:buFont typeface="Oswald"/>
              <a:buNone/>
              <a:defRPr sz="3000">
                <a:solidFill>
                  <a:schemeClr val="dk2"/>
                </a:solidFill>
                <a:latin typeface="Oswald"/>
                <a:ea typeface="Oswald"/>
                <a:cs typeface="Oswald"/>
                <a:sym typeface="Oswald"/>
              </a:defRPr>
            </a:lvl5pPr>
            <a:lvl6pPr lvl="5">
              <a:spcBef>
                <a:spcPts val="0"/>
              </a:spcBef>
              <a:buClr>
                <a:schemeClr val="dk2"/>
              </a:buClr>
              <a:buSzPct val="100000"/>
              <a:buFont typeface="Oswald"/>
              <a:buNone/>
              <a:defRPr sz="3000">
                <a:solidFill>
                  <a:schemeClr val="dk2"/>
                </a:solidFill>
                <a:latin typeface="Oswald"/>
                <a:ea typeface="Oswald"/>
                <a:cs typeface="Oswald"/>
                <a:sym typeface="Oswald"/>
              </a:defRPr>
            </a:lvl6pPr>
            <a:lvl7pPr lvl="6">
              <a:spcBef>
                <a:spcPts val="0"/>
              </a:spcBef>
              <a:buClr>
                <a:schemeClr val="dk2"/>
              </a:buClr>
              <a:buSzPct val="100000"/>
              <a:buFont typeface="Oswald"/>
              <a:buNone/>
              <a:defRPr sz="3000">
                <a:solidFill>
                  <a:schemeClr val="dk2"/>
                </a:solidFill>
                <a:latin typeface="Oswald"/>
                <a:ea typeface="Oswald"/>
                <a:cs typeface="Oswald"/>
                <a:sym typeface="Oswald"/>
              </a:defRPr>
            </a:lvl7pPr>
            <a:lvl8pPr lvl="7">
              <a:spcBef>
                <a:spcPts val="0"/>
              </a:spcBef>
              <a:buClr>
                <a:schemeClr val="dk2"/>
              </a:buClr>
              <a:buSzPct val="100000"/>
              <a:buFont typeface="Oswald"/>
              <a:buNone/>
              <a:defRPr sz="3000">
                <a:solidFill>
                  <a:schemeClr val="dk2"/>
                </a:solidFill>
                <a:latin typeface="Oswald"/>
                <a:ea typeface="Oswald"/>
                <a:cs typeface="Oswald"/>
                <a:sym typeface="Oswald"/>
              </a:defRPr>
            </a:lvl8pPr>
            <a:lvl9pPr lvl="8">
              <a:spcBef>
                <a:spcPts val="0"/>
              </a:spcBef>
              <a:buClr>
                <a:schemeClr val="dk2"/>
              </a:buClr>
              <a:buSzPct val="100000"/>
              <a:buFont typeface="Oswald"/>
              <a:buNone/>
              <a:defRPr sz="3000">
                <a:solidFill>
                  <a:schemeClr val="dk2"/>
                </a:solidFill>
                <a:latin typeface="Oswald"/>
                <a:ea typeface="Oswald"/>
                <a:cs typeface="Oswald"/>
                <a:sym typeface="Oswald"/>
              </a:defRPr>
            </a:lvl9pPr>
          </a:lstStyle>
          <a:p>
            <a:endParaRPr/>
          </a:p>
        </p:txBody>
      </p:sp>
      <p:sp>
        <p:nvSpPr>
          <p:cNvPr id="7" name="Shape 7"/>
          <p:cNvSpPr txBox="1">
            <a:spLocks noGrp="1"/>
          </p:cNvSpPr>
          <p:nvPr>
            <p:ph type="body" idx="1"/>
          </p:nvPr>
        </p:nvSpPr>
        <p:spPr>
          <a:xfrm>
            <a:off x="311700" y="1234075"/>
            <a:ext cx="8520600" cy="3334800"/>
          </a:xfrm>
          <a:prstGeom prst="rect">
            <a:avLst/>
          </a:prstGeom>
          <a:noFill/>
          <a:ln>
            <a:noFill/>
          </a:ln>
        </p:spPr>
        <p:txBody>
          <a:bodyPr wrap="square" lIns="91425" tIns="91425" rIns="91425" bIns="91425" anchor="t" anchorCtr="0"/>
          <a:lstStyle>
            <a:lvl1pPr lvl="0">
              <a:lnSpc>
                <a:spcPct val="115000"/>
              </a:lnSpc>
              <a:spcBef>
                <a:spcPts val="0"/>
              </a:spcBef>
              <a:spcAft>
                <a:spcPts val="1600"/>
              </a:spcAft>
              <a:buClr>
                <a:schemeClr val="dk2"/>
              </a:buClr>
              <a:buSzPct val="100000"/>
              <a:buFont typeface="Playfair Display"/>
              <a:buChar char="●"/>
              <a:defRPr sz="1800">
                <a:solidFill>
                  <a:schemeClr val="dk2"/>
                </a:solidFill>
                <a:latin typeface="Playfair Display"/>
                <a:ea typeface="Playfair Display"/>
                <a:cs typeface="Playfair Display"/>
                <a:sym typeface="Playfair Display"/>
              </a:defRPr>
            </a:lvl1pPr>
            <a:lvl2pPr lvl="1">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2pPr>
            <a:lvl3pPr lvl="2">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3pPr>
            <a:lvl4pPr lvl="3">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4pPr>
            <a:lvl5pPr lvl="4">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5pPr>
            <a:lvl6pPr lvl="5">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6pPr>
            <a:lvl7pPr lvl="6">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7pPr>
            <a:lvl8pPr lvl="7">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8pPr>
            <a:lvl9pPr lvl="8">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9pPr>
          </a:lstStyle>
          <a:p>
            <a:endParaRPr/>
          </a:p>
        </p:txBody>
      </p:sp>
      <p:sp>
        <p:nvSpPr>
          <p:cNvPr id="8" name="Shape 8"/>
          <p:cNvSpPr txBox="1">
            <a:spLocks noGrp="1"/>
          </p:cNvSpPr>
          <p:nvPr>
            <p:ph type="sldNum" idx="12"/>
          </p:nvPr>
        </p:nvSpPr>
        <p:spPr>
          <a:xfrm>
            <a:off x="8497999" y="4688759"/>
            <a:ext cx="548700" cy="393600"/>
          </a:xfrm>
          <a:prstGeom prst="rect">
            <a:avLst/>
          </a:prstGeom>
          <a:noFill/>
          <a:ln>
            <a:noFill/>
          </a:ln>
        </p:spPr>
        <p:txBody>
          <a:bodyPr wrap="square" lIns="91425" tIns="91425" rIns="91425" bIns="91425" anchor="ctr" anchorCtr="0">
            <a:noAutofit/>
          </a:bodyPr>
          <a:lstStyle/>
          <a:p>
            <a:pPr lvl="0" algn="r">
              <a:spcBef>
                <a:spcPts val="0"/>
              </a:spcBef>
              <a:buNone/>
            </a:pPr>
            <a:fld id="{00000000-1234-1234-1234-123412341234}" type="slidenum">
              <a:rPr lang="en" sz="100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jpg"/><Relationship Id="rId7"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3.jpg"/><Relationship Id="rId7" Type="http://schemas.openxmlformats.org/officeDocument/2006/relationships/diagramLayout" Target="../diagrams/layout2.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diagramData" Target="../diagrams/data2.xml"/><Relationship Id="rId5" Type="http://schemas.openxmlformats.org/officeDocument/2006/relationships/image" Target="../media/image5.jpg"/><Relationship Id="rId10" Type="http://schemas.microsoft.com/office/2007/relationships/diagramDrawing" Target="../diagrams/drawing2.xml"/><Relationship Id="rId4" Type="http://schemas.openxmlformats.org/officeDocument/2006/relationships/image" Target="../media/image4.png"/><Relationship Id="rId9" Type="http://schemas.openxmlformats.org/officeDocument/2006/relationships/diagramColors" Target="../diagrams/colors2.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3.jpg"/><Relationship Id="rId7" Type="http://schemas.openxmlformats.org/officeDocument/2006/relationships/diagramQuickStyle" Target="../diagrams/quickStyle3.xm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4.png"/><Relationship Id="rId9" Type="http://schemas.microsoft.com/office/2007/relationships/diagramDrawing" Target="../diagrams/drawing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hyperlink" Target="mailto:t.Hailegeberel@eadrasha.com"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97" y="-985"/>
            <a:ext cx="9144793" cy="5145470"/>
          </a:xfrm>
          <a:prstGeom prst="rect">
            <a:avLst/>
          </a:prstGeom>
        </p:spPr>
      </p:pic>
      <p:pic>
        <p:nvPicPr>
          <p:cNvPr id="59" name="Shape 59" descr="logo.png"/>
          <p:cNvPicPr preferRelativeResize="0"/>
          <p:nvPr/>
        </p:nvPicPr>
        <p:blipFill>
          <a:blip r:embed="rId4">
            <a:alphaModFix/>
          </a:blip>
          <a:stretch>
            <a:fillRect/>
          </a:stretch>
        </p:blipFill>
        <p:spPr>
          <a:xfrm>
            <a:off x="344550" y="637754"/>
            <a:ext cx="1583375" cy="1629925"/>
          </a:xfrm>
          <a:prstGeom prst="rect">
            <a:avLst/>
          </a:prstGeom>
          <a:noFill/>
          <a:ln>
            <a:noFill/>
          </a:ln>
        </p:spPr>
      </p:pic>
      <p:sp>
        <p:nvSpPr>
          <p:cNvPr id="61" name="Shape 61"/>
          <p:cNvSpPr txBox="1"/>
          <p:nvPr/>
        </p:nvSpPr>
        <p:spPr>
          <a:xfrm>
            <a:off x="1792174" y="637754"/>
            <a:ext cx="6327000" cy="603000"/>
          </a:xfrm>
          <a:prstGeom prst="rect">
            <a:avLst/>
          </a:prstGeom>
          <a:noFill/>
          <a:ln>
            <a:noFill/>
          </a:ln>
        </p:spPr>
        <p:txBody>
          <a:bodyPr wrap="square" lIns="91425" tIns="91425" rIns="91425" bIns="91425" anchor="t" anchorCtr="0">
            <a:noAutofit/>
          </a:bodyPr>
          <a:lstStyle/>
          <a:p>
            <a:pPr lvl="0" algn="ctr" rtl="0">
              <a:spcBef>
                <a:spcPts val="0"/>
              </a:spcBef>
              <a:buNone/>
            </a:pPr>
            <a:r>
              <a:rPr lang="en" sz="1800" dirty="0">
                <a:solidFill>
                  <a:schemeClr val="bg1"/>
                </a:solidFill>
                <a:latin typeface="+mj-lt"/>
                <a:ea typeface="Montserrat Light"/>
                <a:cs typeface="Montserrat Light"/>
                <a:sym typeface="Montserrat Light"/>
              </a:rPr>
              <a:t>Getting around Ethiopia just got easier. Much easier.</a:t>
            </a:r>
          </a:p>
        </p:txBody>
      </p:sp>
      <p:sp>
        <p:nvSpPr>
          <p:cNvPr id="62" name="Shape 62"/>
          <p:cNvSpPr txBox="1"/>
          <p:nvPr/>
        </p:nvSpPr>
        <p:spPr>
          <a:xfrm>
            <a:off x="344551" y="3922461"/>
            <a:ext cx="7910274" cy="34684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algn="ctr">
              <a:defRPr sz="2400">
                <a:solidFill>
                  <a:srgbClr val="EA2E49"/>
                </a:solidFill>
                <a:latin typeface="Montserrat SemiBold"/>
                <a:ea typeface="Montserrat SemiBold"/>
                <a:cs typeface="Montserrat SemiBold"/>
              </a:defRPr>
            </a:lvl1pPr>
          </a:lstStyle>
          <a:p>
            <a:pPr algn="l"/>
            <a:r>
              <a:rPr lang="en-US" sz="1100" dirty="0">
                <a:solidFill>
                  <a:schemeClr val="bg1"/>
                </a:solidFill>
                <a:latin typeface="+mj-lt"/>
              </a:rPr>
              <a:t>Tewodros Hailegeberel   |   Tewodros </a:t>
            </a:r>
            <a:r>
              <a:rPr lang="en-US" sz="1100" dirty="0" err="1">
                <a:solidFill>
                  <a:schemeClr val="bg1"/>
                </a:solidFill>
                <a:latin typeface="+mj-lt"/>
              </a:rPr>
              <a:t>Zerihun</a:t>
            </a:r>
            <a:r>
              <a:rPr lang="en-US" sz="1100" dirty="0">
                <a:solidFill>
                  <a:schemeClr val="bg1"/>
                </a:solidFill>
                <a:latin typeface="+mj-lt"/>
              </a:rPr>
              <a:t>  |   Tewodros </a:t>
            </a:r>
            <a:r>
              <a:rPr lang="en-US" sz="1100" dirty="0" err="1">
                <a:solidFill>
                  <a:schemeClr val="bg1"/>
                </a:solidFill>
                <a:latin typeface="+mj-lt"/>
              </a:rPr>
              <a:t>Nega</a:t>
            </a:r>
            <a:r>
              <a:rPr lang="en-US" sz="1100" dirty="0">
                <a:solidFill>
                  <a:schemeClr val="bg1"/>
                </a:solidFill>
                <a:latin typeface="+mj-lt"/>
              </a:rPr>
              <a:t>  |  </a:t>
            </a:r>
            <a:r>
              <a:rPr lang="en-US" sz="1100" dirty="0" err="1">
                <a:solidFill>
                  <a:schemeClr val="bg1"/>
                </a:solidFill>
                <a:latin typeface="+mj-lt"/>
              </a:rPr>
              <a:t>Nolawi</a:t>
            </a:r>
            <a:r>
              <a:rPr lang="en-US" sz="1100" dirty="0">
                <a:solidFill>
                  <a:schemeClr val="bg1"/>
                </a:solidFill>
                <a:latin typeface="+mj-lt"/>
              </a:rPr>
              <a:t> </a:t>
            </a:r>
            <a:r>
              <a:rPr lang="en-US" sz="1100" dirty="0" err="1">
                <a:solidFill>
                  <a:schemeClr val="bg1"/>
                </a:solidFill>
                <a:latin typeface="+mj-lt"/>
              </a:rPr>
              <a:t>Taddesse</a:t>
            </a:r>
            <a:r>
              <a:rPr lang="en-US" sz="1100" dirty="0">
                <a:solidFill>
                  <a:schemeClr val="bg1"/>
                </a:solidFill>
                <a:latin typeface="+mj-lt"/>
              </a:rPr>
              <a:t>   |  </a:t>
            </a:r>
            <a:r>
              <a:rPr lang="en-US" sz="1100" dirty="0" err="1">
                <a:solidFill>
                  <a:schemeClr val="bg1"/>
                </a:solidFill>
                <a:latin typeface="+mj-lt"/>
              </a:rPr>
              <a:t>Robel</a:t>
            </a:r>
            <a:r>
              <a:rPr lang="en-US" sz="1100" dirty="0">
                <a:solidFill>
                  <a:schemeClr val="bg1"/>
                </a:solidFill>
                <a:latin typeface="+mj-lt"/>
              </a:rPr>
              <a:t> </a:t>
            </a:r>
            <a:r>
              <a:rPr lang="en-US" sz="1100" dirty="0" err="1">
                <a:solidFill>
                  <a:schemeClr val="bg1"/>
                </a:solidFill>
                <a:latin typeface="+mj-lt"/>
              </a:rPr>
              <a:t>Kassa</a:t>
            </a:r>
            <a:endParaRPr lang="en-US" sz="1100" dirty="0">
              <a:solidFill>
                <a:schemeClr val="bg1"/>
              </a:solidFill>
              <a:latin typeface="+mj-lt"/>
            </a:endParaRPr>
          </a:p>
        </p:txBody>
      </p:sp>
      <p:sp>
        <p:nvSpPr>
          <p:cNvPr id="9" name="Shape 63"/>
          <p:cNvSpPr txBox="1"/>
          <p:nvPr/>
        </p:nvSpPr>
        <p:spPr>
          <a:xfrm>
            <a:off x="344550" y="4854872"/>
            <a:ext cx="8364321" cy="18940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RPr/>
            </a:defPPr>
            <a:lvl1pPr>
              <a:defRPr sz="2000">
                <a:solidFill>
                  <a:srgbClr val="EA2E49"/>
                </a:solidFill>
                <a:latin typeface="Montserrat SemiBold"/>
                <a:ea typeface="Montserrat SemiBold"/>
                <a:cs typeface="Montserrat SemiBold"/>
              </a:defRPr>
            </a:lvl1pPr>
          </a:lstStyle>
          <a:p>
            <a:pPr algn="ctr"/>
            <a:r>
              <a:rPr lang="en-US" sz="600" dirty="0">
                <a:solidFill>
                  <a:schemeClr val="bg1"/>
                </a:solidFill>
                <a:latin typeface="+mj-lt"/>
              </a:rPr>
              <a:t>Confidential and Proprietary. Copyright (c) by E-Adrasha. All Rights Reserved.</a:t>
            </a:r>
            <a:endParaRPr lang="en" sz="600" dirty="0">
              <a:solidFill>
                <a:schemeClr val="bg1"/>
              </a:solidFill>
              <a:latin typeface="+mj-lt"/>
              <a:sym typeface="Montserrat SemiBold"/>
            </a:endParaRPr>
          </a:p>
        </p:txBody>
      </p:sp>
      <p:sp>
        <p:nvSpPr>
          <p:cNvPr id="10" name="Shape 63"/>
          <p:cNvSpPr txBox="1"/>
          <p:nvPr/>
        </p:nvSpPr>
        <p:spPr>
          <a:xfrm>
            <a:off x="344550" y="4218890"/>
            <a:ext cx="1583376" cy="286587"/>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RPr/>
            </a:defPPr>
            <a:lvl1pPr>
              <a:defRPr sz="2000">
                <a:solidFill>
                  <a:srgbClr val="EA2E49"/>
                </a:solidFill>
                <a:latin typeface="Montserrat SemiBold"/>
                <a:ea typeface="Montserrat SemiBold"/>
                <a:cs typeface="Montserrat SemiBold"/>
              </a:defRPr>
            </a:lvl1pPr>
          </a:lstStyle>
          <a:p>
            <a:r>
              <a:rPr lang="en-US" sz="800" dirty="0">
                <a:solidFill>
                  <a:schemeClr val="bg1"/>
                </a:solidFill>
                <a:latin typeface="+mj-lt"/>
              </a:rPr>
              <a:t>December 15, 2017</a:t>
            </a:r>
            <a:endParaRPr lang="en" sz="800" dirty="0">
              <a:solidFill>
                <a:schemeClr val="bg1"/>
              </a:solidFill>
              <a:latin typeface="+mj-lt"/>
              <a:sym typeface="Montserrat SemiBold"/>
            </a:endParaRPr>
          </a:p>
        </p:txBody>
      </p:sp>
      <p:sp>
        <p:nvSpPr>
          <p:cNvPr id="11" name="Shape 62"/>
          <p:cNvSpPr txBox="1"/>
          <p:nvPr/>
        </p:nvSpPr>
        <p:spPr>
          <a:xfrm>
            <a:off x="1882003" y="1826787"/>
            <a:ext cx="1756422" cy="440892"/>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algn="ctr">
              <a:defRPr sz="2400">
                <a:solidFill>
                  <a:srgbClr val="EA2E49"/>
                </a:solidFill>
                <a:latin typeface="Montserrat SemiBold"/>
                <a:ea typeface="Montserrat SemiBold"/>
                <a:cs typeface="Montserrat SemiBold"/>
              </a:defRPr>
            </a:lvl1pPr>
          </a:lstStyle>
          <a:p>
            <a:pPr algn="l"/>
            <a:r>
              <a:rPr lang="en-US" sz="2000" dirty="0">
                <a:solidFill>
                  <a:schemeClr val="bg1"/>
                </a:solidFill>
                <a:latin typeface="+mj-lt"/>
              </a:rPr>
              <a:t>E-ADRASHA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Shape 69"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70" name="Shape 70"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71" name="Shape 71"/>
          <p:cNvSpPr txBox="1"/>
          <p:nvPr/>
        </p:nvSpPr>
        <p:spPr>
          <a:xfrm>
            <a:off x="125995" y="998652"/>
            <a:ext cx="5404548" cy="3819848"/>
          </a:xfrm>
          <a:prstGeom prst="rect">
            <a:avLst/>
          </a:prstGeom>
          <a:noFill/>
          <a:ln>
            <a:noFill/>
          </a:ln>
        </p:spPr>
        <p:txBody>
          <a:bodyPr wrap="square" lIns="91425" tIns="91425" rIns="91425" bIns="91425" anchor="ctr" anchorCtr="0">
            <a:noAutofit/>
          </a:bodyPr>
          <a:lstStyle/>
          <a:p>
            <a:pPr lvl="0">
              <a:lnSpc>
                <a:spcPct val="115000"/>
              </a:lnSpc>
            </a:pPr>
            <a:r>
              <a:rPr lang="en-US" sz="2400" b="1" dirty="0">
                <a:solidFill>
                  <a:schemeClr val="dk2"/>
                </a:solidFill>
              </a:rPr>
              <a:t>Mobility in Ethiopia now made easy.</a:t>
            </a:r>
          </a:p>
          <a:p>
            <a:pPr lvl="0">
              <a:lnSpc>
                <a:spcPct val="115000"/>
              </a:lnSpc>
            </a:pPr>
            <a:r>
              <a:rPr lang="en-US" sz="2400" b="1" dirty="0">
                <a:solidFill>
                  <a:schemeClr val="dk2"/>
                </a:solidFill>
              </a:rPr>
              <a:t>Never get lost, or rely on landmarks and word-of-mouth. </a:t>
            </a:r>
          </a:p>
          <a:p>
            <a:pPr lvl="0">
              <a:lnSpc>
                <a:spcPct val="115000"/>
              </a:lnSpc>
            </a:pPr>
            <a:r>
              <a:rPr lang="en-US" sz="2400" b="1" dirty="0">
                <a:solidFill>
                  <a:schemeClr val="dk2"/>
                </a:solidFill>
              </a:rPr>
              <a:t>Door-to-door directions for residential, commercial, and governmental locations. </a:t>
            </a:r>
            <a:endParaRPr lang="en" sz="2400" b="1" dirty="0">
              <a:solidFill>
                <a:schemeClr val="dk2"/>
              </a:solidFill>
            </a:endParaRPr>
          </a:p>
        </p:txBody>
      </p:sp>
      <p:sp>
        <p:nvSpPr>
          <p:cNvPr id="72" name="Shape 7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a:r>
              <a:rPr lang="en-US" sz="2400" b="1" dirty="0">
                <a:solidFill>
                  <a:schemeClr val="lt1"/>
                </a:solidFill>
              </a:rPr>
              <a:t>Mission statement: </a:t>
            </a:r>
            <a:endParaRPr lang="en" sz="2400" b="1" dirty="0">
              <a:solidFill>
                <a:schemeClr val="lt1"/>
              </a:solidFill>
            </a:endParaRPr>
          </a:p>
        </p:txBody>
      </p:sp>
      <p:pic>
        <p:nvPicPr>
          <p:cNvPr id="7" name="Shape 58" descr="iphones.jpg"/>
          <p:cNvPicPr preferRelativeResize="0"/>
          <p:nvPr/>
        </p:nvPicPr>
        <p:blipFill rotWithShape="1">
          <a:blip r:embed="rId5">
            <a:alphaModFix/>
          </a:blip>
          <a:srcRect t="1" b="43"/>
          <a:stretch/>
        </p:blipFill>
        <p:spPr>
          <a:xfrm>
            <a:off x="5530543" y="1284258"/>
            <a:ext cx="3521218" cy="28982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Shape 69"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70" name="Shape 70"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71" name="Shape 71"/>
          <p:cNvSpPr txBox="1"/>
          <p:nvPr/>
        </p:nvSpPr>
        <p:spPr>
          <a:xfrm>
            <a:off x="409775" y="956000"/>
            <a:ext cx="8181600" cy="3862500"/>
          </a:xfrm>
          <a:prstGeom prst="rect">
            <a:avLst/>
          </a:prstGeom>
          <a:noFill/>
          <a:ln>
            <a:noFill/>
          </a:ln>
        </p:spPr>
        <p:txBody>
          <a:bodyPr wrap="square" lIns="91425" tIns="91425" rIns="91425" bIns="91425" anchor="ctr" anchorCtr="0">
            <a:noAutofit/>
          </a:bodyPr>
          <a:lstStyle/>
          <a:p>
            <a:pPr lvl="0">
              <a:lnSpc>
                <a:spcPct val="115000"/>
              </a:lnSpc>
            </a:pPr>
            <a:endParaRPr lang="en" sz="2400" b="1" dirty="0">
              <a:solidFill>
                <a:schemeClr val="dk2"/>
              </a:solidFill>
            </a:endParaRPr>
          </a:p>
        </p:txBody>
      </p:sp>
      <p:sp>
        <p:nvSpPr>
          <p:cNvPr id="72" name="Shape 7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a:r>
              <a:rPr lang="en" sz="2400" b="1" dirty="0">
                <a:solidFill>
                  <a:schemeClr val="lt1"/>
                </a:solidFill>
              </a:rPr>
              <a:t>Team</a:t>
            </a:r>
          </a:p>
        </p:txBody>
      </p:sp>
      <p:graphicFrame>
        <p:nvGraphicFramePr>
          <p:cNvPr id="2" name="Diagram 1"/>
          <p:cNvGraphicFramePr/>
          <p:nvPr>
            <p:extLst>
              <p:ext uri="{D42A27DB-BD31-4B8C-83A1-F6EECF244321}">
                <p14:modId xmlns:p14="http://schemas.microsoft.com/office/powerpoint/2010/main" val="87912758"/>
              </p:ext>
            </p:extLst>
          </p:nvPr>
        </p:nvGraphicFramePr>
        <p:xfrm>
          <a:off x="212308" y="955902"/>
          <a:ext cx="8502869" cy="405122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5605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Shape 69"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70" name="Shape 70"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71" name="Shape 71"/>
          <p:cNvSpPr txBox="1"/>
          <p:nvPr/>
        </p:nvSpPr>
        <p:spPr>
          <a:xfrm>
            <a:off x="431101" y="1149863"/>
            <a:ext cx="2507592" cy="2829354"/>
          </a:xfrm>
          <a:prstGeom prst="rect">
            <a:avLst/>
          </a:prstGeom>
          <a:noFill/>
          <a:ln w="28575">
            <a:solidFill>
              <a:srgbClr val="E92F4A"/>
            </a:solidFill>
          </a:ln>
        </p:spPr>
        <p:txBody>
          <a:bodyPr wrap="square" lIns="91425" tIns="91425" rIns="91425" bIns="91425" anchor="ctr" anchorCtr="0">
            <a:noAutofit/>
          </a:bodyPr>
          <a:lstStyle>
            <a:defPPr marR="0" lvl="0" algn="l" rtl="0">
              <a:lnSpc>
                <a:spcPct val="100000"/>
              </a:lnSpc>
              <a:spcBef>
                <a:spcPts val="0"/>
              </a:spcBef>
              <a:spcAft>
                <a:spcPts val="0"/>
              </a:spcAft>
            </a:defPPr>
            <a:lvl1pPr>
              <a:lnSpc>
                <a:spcPct val="115000"/>
              </a:lnSpc>
              <a:defRPr sz="1000" b="1">
                <a:solidFill>
                  <a:schemeClr val="dk2"/>
                </a:solidFill>
              </a:defRPr>
            </a:lvl1pPr>
          </a:lstStyle>
          <a:p>
            <a:r>
              <a:rPr lang="en-US" dirty="0"/>
              <a:t>Ethiopia is in the midst of transforming into a middle income country. To get location data in Addis Ababa, Ethiopia, users rely on word of mouth information to find their destination and other information. Taxis often have to rely on their passengers to get to their destination if they don’t know the area very well.</a:t>
            </a:r>
          </a:p>
        </p:txBody>
      </p:sp>
      <p:sp>
        <p:nvSpPr>
          <p:cNvPr id="72" name="Shape 7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a:r>
              <a:rPr lang="en-US" sz="2400" b="1" dirty="0">
                <a:solidFill>
                  <a:schemeClr val="lt1"/>
                </a:solidFill>
              </a:rPr>
              <a:t>The Problem</a:t>
            </a:r>
            <a:endParaRPr lang="en" sz="2400" b="1" dirty="0">
              <a:solidFill>
                <a:schemeClr val="lt1"/>
              </a:solidFill>
            </a:endParaRPr>
          </a:p>
        </p:txBody>
      </p:sp>
      <p:sp>
        <p:nvSpPr>
          <p:cNvPr id="6" name="Shape 71"/>
          <p:cNvSpPr txBox="1"/>
          <p:nvPr/>
        </p:nvSpPr>
        <p:spPr>
          <a:xfrm>
            <a:off x="3137052" y="1149863"/>
            <a:ext cx="2393491" cy="2829354"/>
          </a:xfrm>
          <a:prstGeom prst="rect">
            <a:avLst/>
          </a:prstGeom>
          <a:noFill/>
          <a:ln w="28575">
            <a:solidFill>
              <a:srgbClr val="E92F4A"/>
            </a:solidFill>
          </a:ln>
        </p:spPr>
        <p:txBody>
          <a:bodyPr wrap="square" lIns="91425" tIns="91425" rIns="91425" bIns="91425" anchor="ctr" anchorCtr="0">
            <a:noAutofit/>
          </a:bodyPr>
          <a:lstStyle>
            <a:defPPr marR="0" lvl="0" algn="l" rtl="0">
              <a:lnSpc>
                <a:spcPct val="100000"/>
              </a:lnSpc>
              <a:spcBef>
                <a:spcPts val="0"/>
              </a:spcBef>
              <a:spcAft>
                <a:spcPts val="0"/>
              </a:spcAft>
              <a:defRPr/>
            </a:defPPr>
            <a:lvl1pPr>
              <a:lnSpc>
                <a:spcPct val="115000"/>
              </a:lnSpc>
              <a:defRPr sz="1000" b="1">
                <a:solidFill>
                  <a:schemeClr val="dk2"/>
                </a:solidFill>
              </a:defRPr>
            </a:lvl1pPr>
          </a:lstStyle>
          <a:p>
            <a:r>
              <a:rPr lang="en-US" dirty="0"/>
              <a:t>Currently there is no digital platform that will provide location based information for any type of consumer to use. </a:t>
            </a:r>
            <a:endParaRPr lang="en" dirty="0"/>
          </a:p>
        </p:txBody>
      </p:sp>
      <p:sp>
        <p:nvSpPr>
          <p:cNvPr id="7" name="Shape 71"/>
          <p:cNvSpPr txBox="1"/>
          <p:nvPr/>
        </p:nvSpPr>
        <p:spPr>
          <a:xfrm>
            <a:off x="5728902" y="1144116"/>
            <a:ext cx="2418717" cy="2835101"/>
          </a:xfrm>
          <a:prstGeom prst="rect">
            <a:avLst/>
          </a:prstGeom>
          <a:noFill/>
          <a:ln w="28575">
            <a:solidFill>
              <a:srgbClr val="E92F4A"/>
            </a:solidFill>
          </a:ln>
        </p:spPr>
        <p:txBody>
          <a:bodyPr wrap="square" lIns="91425" tIns="91425" rIns="91425" bIns="91425" anchor="ctr" anchorCtr="0">
            <a:noAutofit/>
          </a:bodyPr>
          <a:lstStyle/>
          <a:p>
            <a:pPr lvl="0">
              <a:lnSpc>
                <a:spcPct val="115000"/>
              </a:lnSpc>
            </a:pPr>
            <a:r>
              <a:rPr lang="en-US" sz="1000" b="1" dirty="0">
                <a:solidFill>
                  <a:schemeClr val="dk2"/>
                </a:solidFill>
              </a:rPr>
              <a:t>Some locations and roads are also not well known by everyone in the city, thus getting round the city is very hard because most people rely on known information. If a new road is constructed and it’s the easiest path to their destination, people will not be able to know about it. </a:t>
            </a:r>
            <a:endParaRPr lang="en" sz="1000" b="1" dirty="0">
              <a:solidFill>
                <a:schemeClr val="dk2"/>
              </a:solidFill>
            </a:endParaRPr>
          </a:p>
        </p:txBody>
      </p:sp>
    </p:spTree>
    <p:extLst>
      <p:ext uri="{BB962C8B-B14F-4D97-AF65-F5344CB8AC3E}">
        <p14:creationId xmlns:p14="http://schemas.microsoft.com/office/powerpoint/2010/main" val="646183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Shape 69"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70" name="Shape 70"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71" name="Shape 71"/>
          <p:cNvSpPr txBox="1"/>
          <p:nvPr/>
        </p:nvSpPr>
        <p:spPr>
          <a:xfrm>
            <a:off x="431101" y="1149863"/>
            <a:ext cx="2507592" cy="2829354"/>
          </a:xfrm>
          <a:prstGeom prst="rect">
            <a:avLst/>
          </a:prstGeom>
          <a:noFill/>
          <a:ln w="28575">
            <a:solidFill>
              <a:srgbClr val="E92F4A"/>
            </a:solidFill>
          </a:ln>
        </p:spPr>
        <p:txBody>
          <a:bodyPr wrap="square" lIns="91425" tIns="91425" rIns="91425" bIns="91425" anchor="ctr" anchorCtr="0">
            <a:noAutofit/>
          </a:bodyPr>
          <a:lstStyle>
            <a:defPPr marR="0" lvl="0" algn="l" rtl="0">
              <a:lnSpc>
                <a:spcPct val="100000"/>
              </a:lnSpc>
              <a:spcBef>
                <a:spcPts val="0"/>
              </a:spcBef>
              <a:spcAft>
                <a:spcPts val="0"/>
              </a:spcAft>
            </a:defPPr>
            <a:lvl1pPr>
              <a:lnSpc>
                <a:spcPct val="115000"/>
              </a:lnSpc>
              <a:defRPr sz="1000" b="1">
                <a:solidFill>
                  <a:schemeClr val="dk2"/>
                </a:solidFill>
              </a:defRPr>
            </a:lvl1pPr>
          </a:lstStyle>
          <a:p>
            <a:r>
              <a:rPr lang="en-US" dirty="0"/>
              <a:t>We are collecting over 300 type of categories like:</a:t>
            </a:r>
          </a:p>
          <a:p>
            <a:pPr marL="171450" indent="-171450">
              <a:buFont typeface="Arial" panose="020B0604020202020204" pitchFamily="34" charset="0"/>
              <a:buChar char="•"/>
            </a:pPr>
            <a:r>
              <a:rPr lang="en-US" dirty="0"/>
              <a:t>Schools</a:t>
            </a:r>
          </a:p>
          <a:p>
            <a:pPr marL="171450" indent="-171450">
              <a:buFont typeface="Arial" panose="020B0604020202020204" pitchFamily="34" charset="0"/>
              <a:buChar char="•"/>
            </a:pPr>
            <a:r>
              <a:rPr lang="en-US" dirty="0"/>
              <a:t>Government offices</a:t>
            </a:r>
          </a:p>
          <a:p>
            <a:pPr marL="171450" indent="-171450">
              <a:buFont typeface="Arial" panose="020B0604020202020204" pitchFamily="34" charset="0"/>
              <a:buChar char="•"/>
            </a:pPr>
            <a:r>
              <a:rPr lang="en-US" dirty="0"/>
              <a:t>Buildings with building names</a:t>
            </a:r>
          </a:p>
          <a:p>
            <a:pPr marL="171450" indent="-171450">
              <a:buFont typeface="Arial" panose="020B0604020202020204" pitchFamily="34" charset="0"/>
              <a:buChar char="•"/>
            </a:pPr>
            <a:r>
              <a:rPr lang="en-US" dirty="0"/>
              <a:t>Hospitals</a:t>
            </a:r>
          </a:p>
          <a:p>
            <a:pPr marL="171450" indent="-171450">
              <a:buFont typeface="Arial" panose="020B0604020202020204" pitchFamily="34" charset="0"/>
              <a:buChar char="•"/>
            </a:pPr>
            <a:r>
              <a:rPr lang="en-US" dirty="0"/>
              <a:t>Clinics</a:t>
            </a:r>
          </a:p>
          <a:p>
            <a:pPr marL="171450" indent="-171450">
              <a:buFont typeface="Arial" panose="020B0604020202020204" pitchFamily="34" charset="0"/>
              <a:buChar char="•"/>
            </a:pPr>
            <a:r>
              <a:rPr lang="en-US" dirty="0"/>
              <a:t>Condos</a:t>
            </a:r>
          </a:p>
          <a:p>
            <a:pPr marL="171450" indent="-171450">
              <a:buFont typeface="Arial" panose="020B0604020202020204" pitchFamily="34" charset="0"/>
              <a:buChar char="•"/>
            </a:pPr>
            <a:r>
              <a:rPr lang="en-US" dirty="0"/>
              <a:t>Residential homes, and more</a:t>
            </a:r>
          </a:p>
        </p:txBody>
      </p:sp>
      <p:sp>
        <p:nvSpPr>
          <p:cNvPr id="72" name="Shape 7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a:r>
              <a:rPr lang="en-US" sz="2400" b="1" dirty="0">
                <a:solidFill>
                  <a:schemeClr val="lt1"/>
                </a:solidFill>
              </a:rPr>
              <a:t>The Solution</a:t>
            </a:r>
            <a:endParaRPr lang="en" sz="2400" b="1" dirty="0">
              <a:solidFill>
                <a:schemeClr val="lt1"/>
              </a:solidFill>
            </a:endParaRPr>
          </a:p>
        </p:txBody>
      </p:sp>
      <p:sp>
        <p:nvSpPr>
          <p:cNvPr id="6" name="Shape 71"/>
          <p:cNvSpPr txBox="1"/>
          <p:nvPr/>
        </p:nvSpPr>
        <p:spPr>
          <a:xfrm>
            <a:off x="3137052" y="1149863"/>
            <a:ext cx="2393491" cy="2829354"/>
          </a:xfrm>
          <a:prstGeom prst="rect">
            <a:avLst/>
          </a:prstGeom>
          <a:noFill/>
          <a:ln w="28575">
            <a:solidFill>
              <a:srgbClr val="E92F4A"/>
            </a:solidFill>
          </a:ln>
        </p:spPr>
        <p:txBody>
          <a:bodyPr wrap="square" lIns="91425" tIns="91425" rIns="91425" bIns="91425" anchor="ctr" anchorCtr="0">
            <a:noAutofit/>
          </a:bodyPr>
          <a:lstStyle>
            <a:defPPr marR="0" lvl="0" algn="l" rtl="0">
              <a:lnSpc>
                <a:spcPct val="100000"/>
              </a:lnSpc>
              <a:spcBef>
                <a:spcPts val="0"/>
              </a:spcBef>
              <a:spcAft>
                <a:spcPts val="0"/>
              </a:spcAft>
              <a:defRPr/>
            </a:defPPr>
            <a:lvl1pPr>
              <a:lnSpc>
                <a:spcPct val="115000"/>
              </a:lnSpc>
              <a:defRPr sz="1000" b="1">
                <a:solidFill>
                  <a:schemeClr val="dk2"/>
                </a:solidFill>
              </a:defRPr>
            </a:lvl1pPr>
          </a:lstStyle>
          <a:p>
            <a:r>
              <a:rPr lang="en-US" dirty="0"/>
              <a:t>Using this data, we’ve created a </a:t>
            </a:r>
            <a:r>
              <a:rPr lang="en-US" dirty="0" err="1"/>
              <a:t>geolocator</a:t>
            </a:r>
            <a:r>
              <a:rPr lang="en-US" dirty="0"/>
              <a:t> that will enable users to find their destination or locations.</a:t>
            </a:r>
          </a:p>
          <a:p>
            <a:r>
              <a:rPr lang="en-US" dirty="0"/>
              <a:t>We’ve also enriched the data by adding hours of operation for business and foot traffic data, car parking information, number of seats a business has. We believe this information  will help users and business to use our data.</a:t>
            </a:r>
          </a:p>
        </p:txBody>
      </p:sp>
      <p:sp>
        <p:nvSpPr>
          <p:cNvPr id="7" name="Shape 71"/>
          <p:cNvSpPr txBox="1"/>
          <p:nvPr/>
        </p:nvSpPr>
        <p:spPr>
          <a:xfrm>
            <a:off x="5728902" y="1144116"/>
            <a:ext cx="2418717" cy="2835101"/>
          </a:xfrm>
          <a:prstGeom prst="rect">
            <a:avLst/>
          </a:prstGeom>
          <a:noFill/>
          <a:ln w="28575">
            <a:solidFill>
              <a:srgbClr val="E92F4A"/>
            </a:solidFill>
          </a:ln>
        </p:spPr>
        <p:txBody>
          <a:bodyPr wrap="square" lIns="91425" tIns="91425" rIns="91425" bIns="91425" anchor="ctr" anchorCtr="0">
            <a:noAutofit/>
          </a:bodyPr>
          <a:lstStyle/>
          <a:p>
            <a:pPr lvl="0">
              <a:lnSpc>
                <a:spcPct val="115000"/>
              </a:lnSpc>
            </a:pPr>
            <a:r>
              <a:rPr lang="en-US" sz="1000" b="1">
                <a:solidFill>
                  <a:schemeClr val="dk2"/>
                </a:solidFill>
              </a:rPr>
              <a:t>Out data and application is multi language where users can search using native language (Amharic).</a:t>
            </a:r>
            <a:endParaRPr lang="en-US" sz="1000" b="1" dirty="0">
              <a:solidFill>
                <a:schemeClr val="dk2"/>
              </a:solidFill>
            </a:endParaRPr>
          </a:p>
        </p:txBody>
      </p:sp>
    </p:spTree>
    <p:extLst>
      <p:ext uri="{BB962C8B-B14F-4D97-AF65-F5344CB8AC3E}">
        <p14:creationId xmlns:p14="http://schemas.microsoft.com/office/powerpoint/2010/main" val="1273512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Shape 69"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70" name="Shape 70"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71" name="Shape 71"/>
          <p:cNvSpPr txBox="1"/>
          <p:nvPr/>
        </p:nvSpPr>
        <p:spPr>
          <a:xfrm>
            <a:off x="409775" y="956000"/>
            <a:ext cx="8181600" cy="3862500"/>
          </a:xfrm>
          <a:prstGeom prst="rect">
            <a:avLst/>
          </a:prstGeom>
          <a:noFill/>
          <a:ln>
            <a:noFill/>
          </a:ln>
        </p:spPr>
        <p:txBody>
          <a:bodyPr wrap="square" lIns="91425" tIns="91425" rIns="91425" bIns="91425" anchor="ctr" anchorCtr="0">
            <a:noAutofit/>
          </a:bodyPr>
          <a:lstStyle/>
          <a:p>
            <a:pPr marL="285750" lvl="2" indent="-285750">
              <a:lnSpc>
                <a:spcPct val="115000"/>
              </a:lnSpc>
              <a:buFont typeface="Arial" panose="020B0604020202020204" pitchFamily="34" charset="0"/>
              <a:buChar char="•"/>
            </a:pPr>
            <a:r>
              <a:rPr lang="en-US" sz="1800" b="1" dirty="0">
                <a:solidFill>
                  <a:schemeClr val="dk2"/>
                </a:solidFill>
              </a:rPr>
              <a:t>We are one of a kind startups in Addis Ababa with a large amount of data collected in the city.</a:t>
            </a:r>
          </a:p>
          <a:p>
            <a:pPr marL="285750" lvl="2" indent="-285750">
              <a:lnSpc>
                <a:spcPct val="115000"/>
              </a:lnSpc>
              <a:buFont typeface="Arial" panose="020B0604020202020204" pitchFamily="34" charset="0"/>
              <a:buChar char="•"/>
            </a:pPr>
            <a:r>
              <a:rPr lang="en-US" sz="1800" b="1" dirty="0">
                <a:solidFill>
                  <a:schemeClr val="dk2"/>
                </a:solidFill>
              </a:rPr>
              <a:t>We also have the ability to quickly add data to our database when there is a change in the city.</a:t>
            </a:r>
          </a:p>
          <a:p>
            <a:pPr marL="285750" lvl="2" indent="-285750">
              <a:lnSpc>
                <a:spcPct val="115000"/>
              </a:lnSpc>
              <a:buFont typeface="Arial" panose="020B0604020202020204" pitchFamily="34" charset="0"/>
              <a:buChar char="•"/>
            </a:pPr>
            <a:r>
              <a:rPr lang="en-US" sz="1800" b="1" dirty="0">
                <a:solidFill>
                  <a:schemeClr val="dk2"/>
                </a:solidFill>
              </a:rPr>
              <a:t>The current city and government administration have accepted our solution for finding information using mobile application. </a:t>
            </a:r>
          </a:p>
          <a:p>
            <a:pPr marL="285750" lvl="2" indent="-285750">
              <a:lnSpc>
                <a:spcPct val="115000"/>
              </a:lnSpc>
              <a:buFont typeface="Arial" panose="020B0604020202020204" pitchFamily="34" charset="0"/>
              <a:buChar char="•"/>
            </a:pPr>
            <a:r>
              <a:rPr lang="en-US" sz="1800" b="1" dirty="0">
                <a:solidFill>
                  <a:schemeClr val="dk2"/>
                </a:solidFill>
              </a:rPr>
              <a:t>Because we have started the data collection and built a mobile app, we are in a good position to take advantage of working with government agencies and business.</a:t>
            </a:r>
          </a:p>
        </p:txBody>
      </p:sp>
      <p:sp>
        <p:nvSpPr>
          <p:cNvPr id="72" name="Shape 7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a:r>
              <a:rPr lang="en-US" sz="2400" b="1" dirty="0">
                <a:solidFill>
                  <a:schemeClr val="lt1"/>
                </a:solidFill>
              </a:rPr>
              <a:t>The Advantage</a:t>
            </a:r>
            <a:endParaRPr lang="en" sz="2400" b="1" dirty="0">
              <a:solidFill>
                <a:schemeClr val="lt1"/>
              </a:solidFill>
            </a:endParaRPr>
          </a:p>
        </p:txBody>
      </p:sp>
    </p:spTree>
    <p:extLst>
      <p:ext uri="{BB962C8B-B14F-4D97-AF65-F5344CB8AC3E}">
        <p14:creationId xmlns:p14="http://schemas.microsoft.com/office/powerpoint/2010/main" val="1210148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Shape 78"/>
          <p:cNvPicPr preferRelativeResize="0"/>
          <p:nvPr/>
        </p:nvPicPr>
        <p:blipFill>
          <a:blip r:embed="rId3">
            <a:alphaModFix/>
          </a:blip>
          <a:stretch>
            <a:fillRect/>
          </a:stretch>
        </p:blipFill>
        <p:spPr>
          <a:xfrm>
            <a:off x="858925" y="1325250"/>
            <a:ext cx="6162675" cy="3381375"/>
          </a:xfrm>
          <a:prstGeom prst="rect">
            <a:avLst/>
          </a:prstGeom>
          <a:noFill/>
          <a:ln>
            <a:noFill/>
          </a:ln>
        </p:spPr>
      </p:pic>
      <p:pic>
        <p:nvPicPr>
          <p:cNvPr id="79" name="Shape 79" descr="help.jpg"/>
          <p:cNvPicPr preferRelativeResize="0"/>
          <p:nvPr/>
        </p:nvPicPr>
        <p:blipFill rotWithShape="1">
          <a:blip r:embed="rId4">
            <a:alphaModFix/>
          </a:blip>
          <a:srcRect t="51495" b="31286"/>
          <a:stretch/>
        </p:blipFill>
        <p:spPr>
          <a:xfrm>
            <a:off x="800" y="0"/>
            <a:ext cx="9142401" cy="885602"/>
          </a:xfrm>
          <a:prstGeom prst="rect">
            <a:avLst/>
          </a:prstGeom>
          <a:noFill/>
          <a:ln>
            <a:noFill/>
          </a:ln>
        </p:spPr>
      </p:pic>
      <p:pic>
        <p:nvPicPr>
          <p:cNvPr id="80" name="Shape 80" descr="logo-reverse.png"/>
          <p:cNvPicPr preferRelativeResize="0"/>
          <p:nvPr/>
        </p:nvPicPr>
        <p:blipFill>
          <a:blip r:embed="rId5">
            <a:alphaModFix/>
          </a:blip>
          <a:stretch>
            <a:fillRect/>
          </a:stretch>
        </p:blipFill>
        <p:spPr>
          <a:xfrm>
            <a:off x="0" y="0"/>
            <a:ext cx="862200" cy="885700"/>
          </a:xfrm>
          <a:prstGeom prst="rect">
            <a:avLst/>
          </a:prstGeom>
          <a:noFill/>
          <a:ln>
            <a:noFill/>
          </a:ln>
        </p:spPr>
      </p:pic>
      <p:sp>
        <p:nvSpPr>
          <p:cNvPr id="81" name="Shape 81"/>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rtl="0">
              <a:spcBef>
                <a:spcPts val="0"/>
              </a:spcBef>
              <a:buNone/>
            </a:pPr>
            <a:r>
              <a:rPr lang="en" sz="2400" b="1">
                <a:solidFill>
                  <a:schemeClr val="lt1"/>
                </a:solidFill>
              </a:rPr>
              <a:t>Background </a:t>
            </a:r>
          </a:p>
        </p:txBody>
      </p:sp>
      <p:sp>
        <p:nvSpPr>
          <p:cNvPr id="82" name="Shape 82"/>
          <p:cNvSpPr txBox="1"/>
          <p:nvPr/>
        </p:nvSpPr>
        <p:spPr>
          <a:xfrm>
            <a:off x="724625" y="1207725"/>
            <a:ext cx="1889700" cy="885600"/>
          </a:xfrm>
          <a:prstGeom prst="rect">
            <a:avLst/>
          </a:prstGeom>
          <a:noFill/>
          <a:ln>
            <a:noFill/>
          </a:ln>
        </p:spPr>
        <p:txBody>
          <a:bodyPr wrap="square" lIns="91425" tIns="91425" rIns="91425" bIns="91425" anchor="t" anchorCtr="0">
            <a:noAutofit/>
          </a:bodyPr>
          <a:lstStyle/>
          <a:p>
            <a:pPr lvl="0">
              <a:spcBef>
                <a:spcPts val="0"/>
              </a:spcBef>
              <a:buNone/>
            </a:pPr>
            <a:r>
              <a:rPr lang="en" sz="1700" b="1" dirty="0"/>
              <a:t>Street Signs in Addis Ababa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Shape 95"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96" name="Shape 96"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97" name="Shape 97"/>
          <p:cNvSpPr txBox="1"/>
          <p:nvPr/>
        </p:nvSpPr>
        <p:spPr>
          <a:xfrm>
            <a:off x="862200" y="197850"/>
            <a:ext cx="7121700" cy="607500"/>
          </a:xfrm>
          <a:prstGeom prst="rect">
            <a:avLst/>
          </a:prstGeom>
          <a:noFill/>
          <a:ln>
            <a:noFill/>
          </a:ln>
        </p:spPr>
        <p:txBody>
          <a:bodyPr wrap="square" lIns="91425" tIns="91425" rIns="91425" bIns="91425" anchor="t" anchorCtr="0">
            <a:noAutofit/>
          </a:bodyPr>
          <a:lstStyle/>
          <a:p>
            <a:pPr lvl="0" algn="ctr">
              <a:spcBef>
                <a:spcPts val="0"/>
              </a:spcBef>
              <a:buNone/>
            </a:pPr>
            <a:r>
              <a:rPr lang="en" sz="2400" b="1">
                <a:solidFill>
                  <a:schemeClr val="lt1"/>
                </a:solidFill>
              </a:rPr>
              <a:t>Background</a:t>
            </a:r>
          </a:p>
        </p:txBody>
      </p:sp>
      <p:sp>
        <p:nvSpPr>
          <p:cNvPr id="98" name="Shape 98"/>
          <p:cNvSpPr txBox="1"/>
          <p:nvPr/>
        </p:nvSpPr>
        <p:spPr>
          <a:xfrm>
            <a:off x="776254" y="975000"/>
            <a:ext cx="7677012" cy="3942300"/>
          </a:xfrm>
          <a:prstGeom prst="rect">
            <a:avLst/>
          </a:prstGeom>
          <a:noFill/>
          <a:ln>
            <a:noFill/>
          </a:ln>
        </p:spPr>
        <p:txBody>
          <a:bodyPr wrap="square" lIns="91425" tIns="91425" rIns="91425" bIns="91425" anchor="t" anchorCtr="0">
            <a:noAutofit/>
          </a:bodyPr>
          <a:lstStyle/>
          <a:p>
            <a:pPr lvl="0">
              <a:spcBef>
                <a:spcPts val="0"/>
              </a:spcBef>
              <a:buNone/>
            </a:pPr>
            <a:r>
              <a:rPr lang="en" sz="1800" b="1" dirty="0"/>
              <a:t>We utilize open source products:</a:t>
            </a:r>
          </a:p>
          <a:p>
            <a:pPr lvl="0">
              <a:spcBef>
                <a:spcPts val="0"/>
              </a:spcBef>
              <a:buNone/>
            </a:pPr>
            <a:r>
              <a:rPr lang="en" sz="1800" dirty="0"/>
              <a:t>-</a:t>
            </a:r>
            <a:r>
              <a:rPr lang="en" sz="1800" i="1" dirty="0"/>
              <a:t>Open Street Map </a:t>
            </a:r>
            <a:r>
              <a:rPr lang="en" sz="1800" dirty="0"/>
              <a:t>– using it as a basemap</a:t>
            </a:r>
          </a:p>
          <a:p>
            <a:pPr lvl="0">
              <a:spcBef>
                <a:spcPts val="0"/>
              </a:spcBef>
              <a:buNone/>
            </a:pPr>
            <a:endParaRPr sz="1800" dirty="0"/>
          </a:p>
          <a:p>
            <a:pPr lvl="0"/>
            <a:r>
              <a:rPr lang="en" sz="1800" dirty="0"/>
              <a:t>-</a:t>
            </a:r>
            <a:r>
              <a:rPr lang="en" sz="1800" i="1" dirty="0"/>
              <a:t>Open Street Map Directions for routing</a:t>
            </a:r>
            <a:r>
              <a:rPr lang="en" sz="1800" dirty="0"/>
              <a:t>- </a:t>
            </a:r>
            <a:r>
              <a:rPr lang="en" sz="1600" dirty="0">
                <a:solidFill>
                  <a:schemeClr val="dk2"/>
                </a:solidFill>
              </a:rPr>
              <a:t>The based on the mathematical formula used. optimization model is derived from the precise mathematical procedures that offer the best or optimum solution </a:t>
            </a:r>
          </a:p>
          <a:p>
            <a:pPr lvl="0">
              <a:spcBef>
                <a:spcPts val="0"/>
              </a:spcBef>
              <a:buNone/>
            </a:pPr>
            <a:endParaRPr sz="1200" dirty="0">
              <a:solidFill>
                <a:schemeClr val="dk2"/>
              </a:solidFill>
            </a:endParaRPr>
          </a:p>
          <a:p>
            <a:pPr lvl="0">
              <a:spcBef>
                <a:spcPts val="0"/>
              </a:spcBef>
              <a:buNone/>
            </a:pPr>
            <a:r>
              <a:rPr lang="en" sz="1800" dirty="0"/>
              <a:t>-</a:t>
            </a:r>
            <a:r>
              <a:rPr lang="en" sz="1800" i="1" dirty="0"/>
              <a:t>Data collection tools </a:t>
            </a:r>
            <a:r>
              <a:rPr lang="en" sz="1800" dirty="0"/>
              <a:t>-Kobo Collect</a:t>
            </a:r>
          </a:p>
          <a:p>
            <a:pPr lvl="0">
              <a:spcBef>
                <a:spcPts val="0"/>
              </a:spcBef>
              <a:buNone/>
            </a:pPr>
            <a:endParaRPr sz="1800" dirty="0"/>
          </a:p>
          <a:p>
            <a:pPr lvl="0">
              <a:spcBef>
                <a:spcPts val="0"/>
              </a:spcBef>
              <a:buNone/>
            </a:pPr>
            <a:r>
              <a:rPr lang="en" sz="1800" dirty="0"/>
              <a:t>-</a:t>
            </a:r>
            <a:r>
              <a:rPr lang="en" sz="1800" i="1" dirty="0"/>
              <a:t>Database</a:t>
            </a:r>
            <a:r>
              <a:rPr lang="en" sz="1800" dirty="0"/>
              <a:t> - Postgresql an </a:t>
            </a:r>
            <a:r>
              <a:rPr lang="en" sz="1800" dirty="0">
                <a:solidFill>
                  <a:srgbClr val="222222"/>
                </a:solidFill>
                <a:highlight>
                  <a:srgbClr val="FFFFFF"/>
                </a:highlight>
              </a:rPr>
              <a:t>open source object-relational database system</a:t>
            </a:r>
          </a:p>
          <a:p>
            <a:pPr lvl="0">
              <a:spcBef>
                <a:spcPts val="0"/>
              </a:spcBef>
              <a:buNone/>
            </a:pPr>
            <a:endParaRPr sz="1800" dirty="0">
              <a:solidFill>
                <a:srgbClr val="222222"/>
              </a:solidFill>
              <a:highlight>
                <a:srgbClr val="FFFFFF"/>
              </a:highlight>
            </a:endParaRPr>
          </a:p>
          <a:p>
            <a:pPr lvl="0">
              <a:spcBef>
                <a:spcPts val="0"/>
              </a:spcBef>
              <a:buNone/>
            </a:pPr>
            <a:r>
              <a:rPr lang="en" sz="1800" dirty="0"/>
              <a:t>-</a:t>
            </a:r>
            <a:r>
              <a:rPr lang="en" sz="1800" i="1" dirty="0"/>
              <a:t>QGIS-</a:t>
            </a:r>
            <a:r>
              <a:rPr lang="en" sz="1800" dirty="0"/>
              <a:t> </a:t>
            </a:r>
            <a:r>
              <a:rPr lang="en" sz="1800" dirty="0">
                <a:solidFill>
                  <a:srgbClr val="222222"/>
                </a:solidFill>
                <a:highlight>
                  <a:srgbClr val="FFFFFF"/>
                </a:highlight>
              </a:rPr>
              <a:t>cross-platform free and open-source desktop geographic information system application that supports viewing, editing, and analysis of geospatial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Shape 95"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96" name="Shape 96"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97" name="Shape 97"/>
          <p:cNvSpPr txBox="1"/>
          <p:nvPr/>
        </p:nvSpPr>
        <p:spPr>
          <a:xfrm>
            <a:off x="862200" y="197850"/>
            <a:ext cx="7121700" cy="607500"/>
          </a:xfrm>
          <a:prstGeom prst="rect">
            <a:avLst/>
          </a:prstGeom>
          <a:noFill/>
          <a:ln>
            <a:noFill/>
          </a:ln>
        </p:spPr>
        <p:txBody>
          <a:bodyPr wrap="square" lIns="91425" tIns="91425" rIns="91425" bIns="91425" anchor="t" anchorCtr="0">
            <a:noAutofit/>
          </a:bodyPr>
          <a:lstStyle/>
          <a:p>
            <a:pPr lvl="0" algn="ctr">
              <a:spcBef>
                <a:spcPts val="0"/>
              </a:spcBef>
              <a:buNone/>
            </a:pPr>
            <a:r>
              <a:rPr lang="en" sz="2400" b="1">
                <a:solidFill>
                  <a:schemeClr val="lt1"/>
                </a:solidFill>
              </a:rPr>
              <a:t>Background</a:t>
            </a:r>
          </a:p>
        </p:txBody>
      </p:sp>
      <p:sp>
        <p:nvSpPr>
          <p:cNvPr id="98" name="Shape 98"/>
          <p:cNvSpPr txBox="1"/>
          <p:nvPr/>
        </p:nvSpPr>
        <p:spPr>
          <a:xfrm>
            <a:off x="975025" y="975000"/>
            <a:ext cx="6726000" cy="3942300"/>
          </a:xfrm>
          <a:prstGeom prst="rect">
            <a:avLst/>
          </a:prstGeom>
          <a:noFill/>
          <a:ln>
            <a:noFill/>
          </a:ln>
        </p:spPr>
        <p:txBody>
          <a:bodyPr wrap="square" lIns="91425" tIns="91425" rIns="91425" bIns="91425" anchor="t" anchorCtr="0">
            <a:noAutofit/>
          </a:bodyPr>
          <a:lstStyle/>
          <a:p>
            <a:pPr lvl="0">
              <a:spcBef>
                <a:spcPts val="0"/>
              </a:spcBef>
              <a:buNone/>
            </a:pPr>
            <a:r>
              <a:rPr lang="en" sz="1800" b="1" dirty="0"/>
              <a:t>We utilize ESRI products as well</a:t>
            </a:r>
          </a:p>
          <a:p>
            <a:pPr lvl="0">
              <a:spcBef>
                <a:spcPts val="0"/>
              </a:spcBef>
              <a:buNone/>
            </a:pPr>
            <a:endParaRPr lang="en" sz="1800" b="1" dirty="0"/>
          </a:p>
          <a:p>
            <a:pPr marL="342900" lvl="0" indent="-342900">
              <a:spcBef>
                <a:spcPts val="0"/>
              </a:spcBef>
              <a:buFont typeface="+mj-lt"/>
              <a:buAutoNum type="arabicPeriod"/>
            </a:pPr>
            <a:r>
              <a:rPr lang="en" sz="1800" i="1" dirty="0"/>
              <a:t>ArcMap</a:t>
            </a:r>
            <a:r>
              <a:rPr lang="en" sz="1800" dirty="0"/>
              <a:t> to digitize some of the roads</a:t>
            </a:r>
            <a:r>
              <a:rPr lang="en" sz="1800" dirty="0">
                <a:solidFill>
                  <a:srgbClr val="222222"/>
                </a:solidFill>
                <a:highlight>
                  <a:srgbClr val="FFFFFF"/>
                </a:highlight>
              </a:rPr>
              <a:t> and create field maps for data collectors to idenitfy which areas to focus their data collections</a:t>
            </a:r>
          </a:p>
          <a:p>
            <a:pPr marL="342900" lvl="0" indent="-342900">
              <a:spcBef>
                <a:spcPts val="0"/>
              </a:spcBef>
              <a:buFont typeface="+mj-lt"/>
              <a:buAutoNum type="arabicPeriod"/>
            </a:pPr>
            <a:endParaRPr lang="en" sz="1800" dirty="0">
              <a:solidFill>
                <a:srgbClr val="222222"/>
              </a:solidFill>
              <a:highlight>
                <a:srgbClr val="FFFFFF"/>
              </a:highlight>
            </a:endParaRPr>
          </a:p>
          <a:p>
            <a:pPr marL="342900" lvl="0" indent="-342900">
              <a:spcBef>
                <a:spcPts val="0"/>
              </a:spcBef>
              <a:buFont typeface="+mj-lt"/>
              <a:buAutoNum type="arabicPeriod"/>
            </a:pPr>
            <a:r>
              <a:rPr lang="en" sz="1800" i="1" dirty="0">
                <a:solidFill>
                  <a:srgbClr val="222222"/>
                </a:solidFill>
                <a:highlight>
                  <a:srgbClr val="FFFFFF"/>
                </a:highlight>
              </a:rPr>
              <a:t>ArcGIS Online </a:t>
            </a:r>
            <a:r>
              <a:rPr lang="en" sz="1800" dirty="0">
                <a:solidFill>
                  <a:srgbClr val="222222"/>
                </a:solidFill>
                <a:highlight>
                  <a:srgbClr val="FFFFFF"/>
                </a:highlight>
              </a:rPr>
              <a:t>to create web maps to communiticate data errors with t</a:t>
            </a:r>
            <a:r>
              <a:rPr lang="en-US" sz="1800" dirty="0">
                <a:solidFill>
                  <a:srgbClr val="222222"/>
                </a:solidFill>
                <a:highlight>
                  <a:srgbClr val="FFFFFF"/>
                </a:highlight>
              </a:rPr>
              <a:t>he</a:t>
            </a:r>
            <a:r>
              <a:rPr lang="en" sz="1800" dirty="0">
                <a:solidFill>
                  <a:srgbClr val="222222"/>
                </a:solidFill>
                <a:highlight>
                  <a:srgbClr val="FFFFFF"/>
                </a:highlight>
              </a:rPr>
              <a:t> ground field crew</a:t>
            </a:r>
          </a:p>
          <a:p>
            <a:pPr marL="342900" lvl="0" indent="-342900">
              <a:spcBef>
                <a:spcPts val="0"/>
              </a:spcBef>
              <a:buFont typeface="+mj-lt"/>
              <a:buAutoNum type="arabicPeriod"/>
            </a:pPr>
            <a:endParaRPr lang="en" sz="1800" dirty="0">
              <a:solidFill>
                <a:srgbClr val="222222"/>
              </a:solidFill>
              <a:highlight>
                <a:srgbClr val="FFFFFF"/>
              </a:highlight>
            </a:endParaRPr>
          </a:p>
          <a:p>
            <a:pPr marL="342900" lvl="0" indent="-342900">
              <a:spcBef>
                <a:spcPts val="0"/>
              </a:spcBef>
              <a:buFont typeface="+mj-lt"/>
              <a:buAutoNum type="arabicPeriod"/>
            </a:pPr>
            <a:r>
              <a:rPr lang="en" sz="1800" i="1" dirty="0">
                <a:solidFill>
                  <a:srgbClr val="222222"/>
                </a:solidFill>
                <a:highlight>
                  <a:srgbClr val="FFFFFF"/>
                </a:highlight>
              </a:rPr>
              <a:t>ESRI Collector app </a:t>
            </a:r>
            <a:r>
              <a:rPr lang="en" sz="1800" dirty="0">
                <a:solidFill>
                  <a:srgbClr val="222222"/>
                </a:solidFill>
                <a:highlight>
                  <a:srgbClr val="FFFFFF"/>
                </a:highlight>
              </a:rPr>
              <a:t>to give our field crew the ability to locate data and fix the error based on the data collected</a:t>
            </a:r>
          </a:p>
          <a:p>
            <a:pPr marL="342900" lvl="0" indent="-342900">
              <a:spcBef>
                <a:spcPts val="0"/>
              </a:spcBef>
              <a:buFont typeface="+mj-lt"/>
              <a:buAutoNum type="arabicPeriod"/>
            </a:pPr>
            <a:endParaRPr lang="en" sz="1800" dirty="0">
              <a:solidFill>
                <a:srgbClr val="222222"/>
              </a:solidFill>
              <a:highlight>
                <a:srgbClr val="FFFFFF"/>
              </a:highlight>
            </a:endParaRPr>
          </a:p>
          <a:p>
            <a:pPr marL="342900" lvl="0" indent="-342900">
              <a:spcBef>
                <a:spcPts val="0"/>
              </a:spcBef>
              <a:buFont typeface="+mj-lt"/>
              <a:buAutoNum type="arabicPeriod"/>
            </a:pPr>
            <a:r>
              <a:rPr lang="en" sz="1800" i="1" dirty="0">
                <a:solidFill>
                  <a:srgbClr val="222222"/>
                </a:solidFill>
                <a:highlight>
                  <a:srgbClr val="FFFFFF"/>
                </a:highlight>
              </a:rPr>
              <a:t>ESRI market place </a:t>
            </a:r>
            <a:r>
              <a:rPr lang="en" sz="1800" dirty="0">
                <a:solidFill>
                  <a:srgbClr val="222222"/>
                </a:solidFill>
                <a:highlight>
                  <a:srgbClr val="FFFFFF"/>
                </a:highlight>
              </a:rPr>
              <a:t>(Future) provide geocoders and data</a:t>
            </a:r>
          </a:p>
          <a:p>
            <a:pPr marL="342900" lvl="0" indent="-342900">
              <a:spcBef>
                <a:spcPts val="0"/>
              </a:spcBef>
              <a:buFont typeface="+mj-lt"/>
              <a:buAutoNum type="arabicPeriod"/>
            </a:pPr>
            <a:endParaRPr lang="en" sz="1800" dirty="0">
              <a:solidFill>
                <a:srgbClr val="222222"/>
              </a:solidFill>
              <a:highlight>
                <a:srgbClr val="FFFFFF"/>
              </a:highlight>
            </a:endParaRPr>
          </a:p>
          <a:p>
            <a:pPr marL="342900" lvl="0" indent="-342900">
              <a:spcBef>
                <a:spcPts val="0"/>
              </a:spcBef>
              <a:buFont typeface="+mj-lt"/>
              <a:buAutoNum type="arabicPeriod"/>
            </a:pPr>
            <a:endParaRPr lang="en" sz="1800" dirty="0">
              <a:solidFill>
                <a:srgbClr val="222222"/>
              </a:solidFill>
              <a:highlight>
                <a:srgbClr val="FFFFFF"/>
              </a:highlight>
            </a:endParaRPr>
          </a:p>
          <a:p>
            <a:pPr lvl="0">
              <a:spcBef>
                <a:spcPts val="0"/>
              </a:spcBef>
              <a:buNone/>
            </a:pPr>
            <a:endParaRPr lang="en" sz="1800" dirty="0">
              <a:solidFill>
                <a:srgbClr val="222222"/>
              </a:solidFill>
              <a:highlight>
                <a:srgbClr val="FFFFFF"/>
              </a:highlight>
            </a:endParaRPr>
          </a:p>
        </p:txBody>
      </p:sp>
    </p:spTree>
    <p:extLst>
      <p:ext uri="{BB962C8B-B14F-4D97-AF65-F5344CB8AC3E}">
        <p14:creationId xmlns:p14="http://schemas.microsoft.com/office/powerpoint/2010/main" val="3450170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Shape 95"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96" name="Shape 96"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97" name="Shape 97"/>
          <p:cNvSpPr txBox="1"/>
          <p:nvPr/>
        </p:nvSpPr>
        <p:spPr>
          <a:xfrm>
            <a:off x="862200" y="197850"/>
            <a:ext cx="7121700" cy="607500"/>
          </a:xfrm>
          <a:prstGeom prst="rect">
            <a:avLst/>
          </a:prstGeom>
          <a:noFill/>
          <a:ln>
            <a:noFill/>
          </a:ln>
        </p:spPr>
        <p:txBody>
          <a:bodyPr wrap="square" lIns="91425" tIns="91425" rIns="91425" bIns="91425" anchor="t" anchorCtr="0">
            <a:noAutofit/>
          </a:bodyPr>
          <a:lstStyle/>
          <a:p>
            <a:pPr lvl="0" algn="ctr">
              <a:spcBef>
                <a:spcPts val="0"/>
              </a:spcBef>
              <a:buNone/>
            </a:pPr>
            <a:r>
              <a:rPr lang="en" sz="2400" b="1" dirty="0">
                <a:solidFill>
                  <a:schemeClr val="lt1"/>
                </a:solidFill>
              </a:rPr>
              <a:t>How it works for users</a:t>
            </a:r>
          </a:p>
        </p:txBody>
      </p:sp>
      <p:pic>
        <p:nvPicPr>
          <p:cNvPr id="6" name="Shape 58" descr="iphones.jpg"/>
          <p:cNvPicPr preferRelativeResize="0"/>
          <p:nvPr/>
        </p:nvPicPr>
        <p:blipFill rotWithShape="1">
          <a:blip r:embed="rId5">
            <a:alphaModFix/>
          </a:blip>
          <a:srcRect t="1" b="43"/>
          <a:stretch/>
        </p:blipFill>
        <p:spPr>
          <a:xfrm>
            <a:off x="5562074" y="1876690"/>
            <a:ext cx="3521218" cy="2898248"/>
          </a:xfrm>
          <a:prstGeom prst="rect">
            <a:avLst/>
          </a:prstGeom>
          <a:noFill/>
          <a:ln>
            <a:noFill/>
          </a:ln>
        </p:spPr>
      </p:pic>
      <p:graphicFrame>
        <p:nvGraphicFramePr>
          <p:cNvPr id="2" name="Diagram 1"/>
          <p:cNvGraphicFramePr/>
          <p:nvPr>
            <p:extLst>
              <p:ext uri="{D42A27DB-BD31-4B8C-83A1-F6EECF244321}">
                <p14:modId xmlns:p14="http://schemas.microsoft.com/office/powerpoint/2010/main" val="967024554"/>
              </p:ext>
            </p:extLst>
          </p:nvPr>
        </p:nvGraphicFramePr>
        <p:xfrm>
          <a:off x="351045" y="1279200"/>
          <a:ext cx="5211029" cy="349573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751536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Shape 173"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174" name="Shape 174"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175" name="Shape 175"/>
          <p:cNvSpPr txBox="1"/>
          <p:nvPr/>
        </p:nvSpPr>
        <p:spPr>
          <a:xfrm>
            <a:off x="1398925" y="240225"/>
            <a:ext cx="5949000" cy="480300"/>
          </a:xfrm>
          <a:prstGeom prst="rect">
            <a:avLst/>
          </a:prstGeom>
          <a:noFill/>
          <a:ln>
            <a:noFill/>
          </a:ln>
        </p:spPr>
        <p:txBody>
          <a:bodyPr wrap="square" lIns="91425" tIns="91425" rIns="91425" bIns="91425" anchor="t" anchorCtr="0">
            <a:noAutofit/>
          </a:bodyPr>
          <a:lstStyle/>
          <a:p>
            <a:pPr lvl="0">
              <a:spcBef>
                <a:spcPts val="0"/>
              </a:spcBef>
              <a:buNone/>
            </a:pPr>
            <a:endParaRPr/>
          </a:p>
        </p:txBody>
      </p:sp>
      <p:sp>
        <p:nvSpPr>
          <p:cNvPr id="176" name="Shape 176"/>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rtl="0">
              <a:spcBef>
                <a:spcPts val="0"/>
              </a:spcBef>
              <a:buNone/>
            </a:pPr>
            <a:r>
              <a:rPr lang="en" sz="2400" b="1" dirty="0">
                <a:solidFill>
                  <a:schemeClr val="lt1"/>
                </a:solidFill>
              </a:rPr>
              <a:t>Revenue Model</a:t>
            </a:r>
          </a:p>
        </p:txBody>
      </p:sp>
      <p:graphicFrame>
        <p:nvGraphicFramePr>
          <p:cNvPr id="2" name="Diagram 1"/>
          <p:cNvGraphicFramePr/>
          <p:nvPr>
            <p:extLst>
              <p:ext uri="{D42A27DB-BD31-4B8C-83A1-F6EECF244321}">
                <p14:modId xmlns:p14="http://schemas.microsoft.com/office/powerpoint/2010/main" val="4215001892"/>
              </p:ext>
            </p:extLst>
          </p:nvPr>
        </p:nvGraphicFramePr>
        <p:xfrm>
          <a:off x="4721853" y="998652"/>
          <a:ext cx="4180572"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TextBox 2"/>
          <p:cNvSpPr txBox="1"/>
          <p:nvPr/>
        </p:nvSpPr>
        <p:spPr>
          <a:xfrm>
            <a:off x="309004" y="1012776"/>
            <a:ext cx="3985523" cy="3805166"/>
          </a:xfrm>
          <a:prstGeom prst="rect">
            <a:avLst/>
          </a:prstGeom>
          <a:solidFill>
            <a:srgbClr val="EA2E49"/>
          </a:solidFill>
          <a:ln>
            <a:noFill/>
          </a:ln>
        </p:spPr>
        <p:txBody>
          <a:bodyPr wrap="square" lIns="91425" tIns="91425" rIns="91425" bIns="91425" anchor="ctr" anchorCtr="0">
            <a:noAutofit/>
          </a:bodyPr>
          <a:lstStyle>
            <a:defPPr marR="0" lvl="0" algn="l" rtl="0">
              <a:lnSpc>
                <a:spcPct val="100000"/>
              </a:lnSpc>
              <a:spcBef>
                <a:spcPts val="0"/>
              </a:spcBef>
              <a:spcAft>
                <a:spcPts val="0"/>
              </a:spcAft>
            </a:defPPr>
          </a:lstStyle>
          <a:p>
            <a:r>
              <a:rPr lang="en-US" sz="2800" dirty="0">
                <a:solidFill>
                  <a:schemeClr val="bg1"/>
                </a:solidFill>
              </a:rPr>
              <a:t>Our Revenue Model</a:t>
            </a:r>
          </a:p>
          <a:p>
            <a:r>
              <a:rPr lang="en-US" dirty="0">
                <a:solidFill>
                  <a:schemeClr val="bg1"/>
                </a:solidFill>
              </a:rPr>
              <a:t>We will give the app as a free app but will include ads as banners</a:t>
            </a:r>
          </a:p>
          <a:p>
            <a:r>
              <a:rPr lang="en-US" dirty="0">
                <a:solidFill>
                  <a:schemeClr val="bg1"/>
                </a:solidFill>
              </a:rPr>
              <a:t>We are also planning to add business listing services using location based information.</a:t>
            </a:r>
          </a:p>
          <a:p>
            <a:r>
              <a:rPr lang="en-US" dirty="0">
                <a:solidFill>
                  <a:schemeClr val="bg1"/>
                </a:solidFill>
              </a:rPr>
              <a:t>We will also provide consultancy services to business and government agencies</a:t>
            </a:r>
          </a:p>
        </p:txBody>
      </p:sp>
    </p:spTree>
    <p:extLst>
      <p:ext uri="{BB962C8B-B14F-4D97-AF65-F5344CB8AC3E}">
        <p14:creationId xmlns:p14="http://schemas.microsoft.com/office/powerpoint/2010/main" val="1654633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Shape 142"/>
          <p:cNvSpPr/>
          <p:nvPr/>
        </p:nvSpPr>
        <p:spPr>
          <a:xfrm>
            <a:off x="0" y="-100"/>
            <a:ext cx="5321700" cy="5143500"/>
          </a:xfrm>
          <a:prstGeom prst="rect">
            <a:avLst/>
          </a:prstGeom>
          <a:solidFill>
            <a:srgbClr val="EA2E49"/>
          </a:solidFill>
          <a:ln>
            <a:noFill/>
          </a:ln>
        </p:spPr>
        <p:txBody>
          <a:bodyPr wrap="square" lIns="91425" tIns="91425" rIns="91425" bIns="91425" anchor="ctr" anchorCtr="0">
            <a:noAutofit/>
          </a:bodyPr>
          <a:lstStyle/>
          <a:p>
            <a:pPr lvl="0">
              <a:spcBef>
                <a:spcPts val="0"/>
              </a:spcBef>
              <a:buNone/>
            </a:pPr>
            <a:endParaRPr/>
          </a:p>
        </p:txBody>
      </p:sp>
      <p:pic>
        <p:nvPicPr>
          <p:cNvPr id="143" name="Shape 143"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144" name="Shape 144"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145" name="Shape 145"/>
          <p:cNvSpPr txBox="1"/>
          <p:nvPr/>
        </p:nvSpPr>
        <p:spPr>
          <a:xfrm>
            <a:off x="6461375" y="1298932"/>
            <a:ext cx="2397300" cy="885600"/>
          </a:xfrm>
          <a:prstGeom prst="rect">
            <a:avLst/>
          </a:prstGeom>
          <a:noFill/>
          <a:ln>
            <a:noFill/>
          </a:ln>
        </p:spPr>
        <p:txBody>
          <a:bodyPr wrap="square" lIns="91425" tIns="91425" rIns="91425" bIns="91425" anchor="t" anchorCtr="0">
            <a:noAutofit/>
          </a:bodyPr>
          <a:lstStyle/>
          <a:p>
            <a:pPr lvl="0" rtl="0">
              <a:spcBef>
                <a:spcPts val="0"/>
              </a:spcBef>
              <a:buNone/>
            </a:pPr>
            <a:r>
              <a:rPr lang="en" dirty="0">
                <a:solidFill>
                  <a:srgbClr val="EA2E49"/>
                </a:solidFill>
                <a:latin typeface="+mn-lt"/>
                <a:ea typeface="Montserrat Medium"/>
                <a:cs typeface="Montserrat Medium"/>
                <a:sym typeface="Montserrat Medium"/>
              </a:rPr>
              <a:t>Transit</a:t>
            </a:r>
          </a:p>
          <a:p>
            <a:pPr lvl="0" rtl="0">
              <a:spcBef>
                <a:spcPts val="0"/>
              </a:spcBef>
              <a:buNone/>
            </a:pPr>
            <a:r>
              <a:rPr lang="en" sz="1000" dirty="0">
                <a:solidFill>
                  <a:srgbClr val="EA2E49"/>
                </a:solidFill>
                <a:latin typeface="+mn-lt"/>
                <a:ea typeface="Montserrat Light"/>
                <a:cs typeface="Montserrat Light"/>
                <a:sym typeface="Montserrat Light"/>
              </a:rPr>
              <a:t>Real-time driving navigation routes, with traffic updates and travel time.</a:t>
            </a:r>
          </a:p>
        </p:txBody>
      </p:sp>
      <p:sp>
        <p:nvSpPr>
          <p:cNvPr id="146" name="Shape 146"/>
          <p:cNvSpPr txBox="1"/>
          <p:nvPr/>
        </p:nvSpPr>
        <p:spPr>
          <a:xfrm>
            <a:off x="6461375" y="3871726"/>
            <a:ext cx="2397300" cy="885600"/>
          </a:xfrm>
          <a:prstGeom prst="rect">
            <a:avLst/>
          </a:prstGeom>
          <a:noFill/>
          <a:ln>
            <a:noFill/>
          </a:ln>
        </p:spPr>
        <p:txBody>
          <a:bodyPr wrap="square" lIns="91425" tIns="91425" rIns="91425" bIns="91425" anchor="t" anchorCtr="0">
            <a:noAutofit/>
          </a:bodyPr>
          <a:lstStyle/>
          <a:p>
            <a:pPr lvl="0" rtl="0">
              <a:spcBef>
                <a:spcPts val="0"/>
              </a:spcBef>
              <a:buNone/>
            </a:pPr>
            <a:r>
              <a:rPr lang="en">
                <a:solidFill>
                  <a:srgbClr val="EA2E49"/>
                </a:solidFill>
                <a:latin typeface="+mn-lt"/>
                <a:ea typeface="Montserrat Medium"/>
                <a:cs typeface="Montserrat Medium"/>
                <a:sym typeface="Montserrat Medium"/>
              </a:rPr>
              <a:t>Tourism</a:t>
            </a:r>
          </a:p>
          <a:p>
            <a:pPr lvl="0" rtl="0">
              <a:spcBef>
                <a:spcPts val="0"/>
              </a:spcBef>
              <a:buNone/>
            </a:pPr>
            <a:r>
              <a:rPr lang="en" sz="1000">
                <a:solidFill>
                  <a:srgbClr val="EA2E49"/>
                </a:solidFill>
                <a:latin typeface="+mn-lt"/>
                <a:ea typeface="Montserrat Light"/>
                <a:cs typeface="Montserrat Light"/>
                <a:sym typeface="Montserrat Light"/>
              </a:rPr>
              <a:t>Directions to historical and cultural sites, markets, and several tourist attractions, commercial, government locations.</a:t>
            </a:r>
          </a:p>
        </p:txBody>
      </p:sp>
      <p:sp>
        <p:nvSpPr>
          <p:cNvPr id="147" name="Shape 147"/>
          <p:cNvSpPr txBox="1"/>
          <p:nvPr/>
        </p:nvSpPr>
        <p:spPr>
          <a:xfrm>
            <a:off x="6461375" y="2540896"/>
            <a:ext cx="2297100" cy="885600"/>
          </a:xfrm>
          <a:prstGeom prst="rect">
            <a:avLst/>
          </a:prstGeom>
          <a:noFill/>
          <a:ln>
            <a:noFill/>
          </a:ln>
        </p:spPr>
        <p:txBody>
          <a:bodyPr wrap="square" lIns="91425" tIns="91425" rIns="91425" bIns="91425" anchor="t" anchorCtr="0">
            <a:noAutofit/>
          </a:bodyPr>
          <a:lstStyle/>
          <a:p>
            <a:pPr lvl="0" rtl="0">
              <a:spcBef>
                <a:spcPts val="0"/>
              </a:spcBef>
              <a:buNone/>
            </a:pPr>
            <a:r>
              <a:rPr lang="en">
                <a:solidFill>
                  <a:srgbClr val="EA2E49"/>
                </a:solidFill>
                <a:latin typeface="+mn-lt"/>
                <a:ea typeface="Montserrat Medium"/>
                <a:cs typeface="Montserrat Medium"/>
                <a:sym typeface="Montserrat Medium"/>
              </a:rPr>
              <a:t>Goods &amp; Services</a:t>
            </a:r>
          </a:p>
          <a:p>
            <a:pPr lvl="0" rtl="0">
              <a:spcBef>
                <a:spcPts val="0"/>
              </a:spcBef>
              <a:buNone/>
            </a:pPr>
            <a:r>
              <a:rPr lang="en" sz="1000">
                <a:solidFill>
                  <a:srgbClr val="EA2E49"/>
                </a:solidFill>
                <a:latin typeface="+mn-lt"/>
                <a:ea typeface="Montserrat Light"/>
                <a:cs typeface="Montserrat Light"/>
                <a:sym typeface="Montserrat Light"/>
              </a:rPr>
              <a:t>Efficient and updated routes for delivery and pick-up of freight, goods, and services.</a:t>
            </a:r>
          </a:p>
        </p:txBody>
      </p:sp>
      <p:sp>
        <p:nvSpPr>
          <p:cNvPr id="148" name="Shape 148"/>
          <p:cNvSpPr/>
          <p:nvPr/>
        </p:nvSpPr>
        <p:spPr>
          <a:xfrm>
            <a:off x="5599177" y="2703960"/>
            <a:ext cx="862191" cy="711864"/>
          </a:xfrm>
          <a:custGeom>
            <a:avLst/>
            <a:gdLst/>
            <a:ahLst/>
            <a:cxnLst/>
            <a:rect l="0" t="0" r="0" b="0"/>
            <a:pathLst>
              <a:path w="7733" h="6385" extrusionOk="0">
                <a:moveTo>
                  <a:pt x="2416" y="5628"/>
                </a:moveTo>
                <a:lnTo>
                  <a:pt x="2484" y="5540"/>
                </a:lnTo>
                <a:lnTo>
                  <a:pt x="2542" y="5443"/>
                </a:lnTo>
                <a:lnTo>
                  <a:pt x="2571" y="5336"/>
                </a:lnTo>
                <a:lnTo>
                  <a:pt x="2581" y="5220"/>
                </a:lnTo>
                <a:lnTo>
                  <a:pt x="2571" y="5104"/>
                </a:lnTo>
                <a:lnTo>
                  <a:pt x="2542" y="5007"/>
                </a:lnTo>
                <a:lnTo>
                  <a:pt x="2484" y="4900"/>
                </a:lnTo>
                <a:lnTo>
                  <a:pt x="2416" y="4813"/>
                </a:lnTo>
                <a:lnTo>
                  <a:pt x="2319" y="4735"/>
                </a:lnTo>
                <a:lnTo>
                  <a:pt x="2222" y="4686"/>
                </a:lnTo>
                <a:lnTo>
                  <a:pt x="2115" y="4657"/>
                </a:lnTo>
                <a:lnTo>
                  <a:pt x="2009" y="4648"/>
                </a:lnTo>
                <a:lnTo>
                  <a:pt x="1892" y="4657"/>
                </a:lnTo>
                <a:lnTo>
                  <a:pt x="1785" y="4686"/>
                </a:lnTo>
                <a:lnTo>
                  <a:pt x="1698" y="4735"/>
                </a:lnTo>
                <a:lnTo>
                  <a:pt x="1601" y="4813"/>
                </a:lnTo>
                <a:lnTo>
                  <a:pt x="1533" y="4900"/>
                </a:lnTo>
                <a:lnTo>
                  <a:pt x="1475" y="5007"/>
                </a:lnTo>
                <a:lnTo>
                  <a:pt x="1436" y="5104"/>
                </a:lnTo>
                <a:lnTo>
                  <a:pt x="1426" y="5220"/>
                </a:lnTo>
                <a:lnTo>
                  <a:pt x="1436" y="5336"/>
                </a:lnTo>
                <a:lnTo>
                  <a:pt x="1475" y="5443"/>
                </a:lnTo>
                <a:lnTo>
                  <a:pt x="1533" y="5540"/>
                </a:lnTo>
                <a:lnTo>
                  <a:pt x="1601" y="5628"/>
                </a:lnTo>
                <a:lnTo>
                  <a:pt x="1698" y="5705"/>
                </a:lnTo>
                <a:lnTo>
                  <a:pt x="1785" y="5754"/>
                </a:lnTo>
                <a:lnTo>
                  <a:pt x="1892" y="5792"/>
                </a:lnTo>
                <a:lnTo>
                  <a:pt x="2009" y="5802"/>
                </a:lnTo>
                <a:lnTo>
                  <a:pt x="2115" y="5792"/>
                </a:lnTo>
                <a:lnTo>
                  <a:pt x="2222" y="5754"/>
                </a:lnTo>
                <a:lnTo>
                  <a:pt x="2319" y="5705"/>
                </a:lnTo>
                <a:close/>
                <a:moveTo>
                  <a:pt x="864" y="2892"/>
                </a:moveTo>
                <a:lnTo>
                  <a:pt x="2581" y="2892"/>
                </a:lnTo>
                <a:lnTo>
                  <a:pt x="2581" y="1737"/>
                </a:lnTo>
                <a:lnTo>
                  <a:pt x="1873" y="1737"/>
                </a:lnTo>
                <a:lnTo>
                  <a:pt x="1815" y="1747"/>
                </a:lnTo>
                <a:lnTo>
                  <a:pt x="1766" y="1776"/>
                </a:lnTo>
                <a:lnTo>
                  <a:pt x="903" y="2669"/>
                </a:lnTo>
                <a:lnTo>
                  <a:pt x="874" y="2717"/>
                </a:lnTo>
                <a:lnTo>
                  <a:pt x="864" y="2766"/>
                </a:lnTo>
                <a:close/>
                <a:moveTo>
                  <a:pt x="6413" y="5628"/>
                </a:moveTo>
                <a:lnTo>
                  <a:pt x="6481" y="5540"/>
                </a:lnTo>
                <a:lnTo>
                  <a:pt x="6539" y="5443"/>
                </a:lnTo>
                <a:lnTo>
                  <a:pt x="6578" y="5336"/>
                </a:lnTo>
                <a:lnTo>
                  <a:pt x="6578" y="5220"/>
                </a:lnTo>
                <a:lnTo>
                  <a:pt x="6578" y="5104"/>
                </a:lnTo>
                <a:lnTo>
                  <a:pt x="6539" y="5007"/>
                </a:lnTo>
                <a:lnTo>
                  <a:pt x="6481" y="4900"/>
                </a:lnTo>
                <a:lnTo>
                  <a:pt x="6413" y="4813"/>
                </a:lnTo>
                <a:lnTo>
                  <a:pt x="6326" y="4735"/>
                </a:lnTo>
                <a:lnTo>
                  <a:pt x="6229" y="4686"/>
                </a:lnTo>
                <a:lnTo>
                  <a:pt x="6122" y="4657"/>
                </a:lnTo>
                <a:lnTo>
                  <a:pt x="6015" y="4648"/>
                </a:lnTo>
                <a:lnTo>
                  <a:pt x="5899" y="4657"/>
                </a:lnTo>
                <a:lnTo>
                  <a:pt x="5792" y="4686"/>
                </a:lnTo>
                <a:lnTo>
                  <a:pt x="5705" y="4735"/>
                </a:lnTo>
                <a:lnTo>
                  <a:pt x="5608" y="4813"/>
                </a:lnTo>
                <a:lnTo>
                  <a:pt x="5540" y="4900"/>
                </a:lnTo>
                <a:lnTo>
                  <a:pt x="5482" y="5007"/>
                </a:lnTo>
                <a:lnTo>
                  <a:pt x="5443" y="5104"/>
                </a:lnTo>
                <a:lnTo>
                  <a:pt x="5433" y="5220"/>
                </a:lnTo>
                <a:lnTo>
                  <a:pt x="5443" y="5336"/>
                </a:lnTo>
                <a:lnTo>
                  <a:pt x="5482" y="5443"/>
                </a:lnTo>
                <a:lnTo>
                  <a:pt x="5540" y="5540"/>
                </a:lnTo>
                <a:lnTo>
                  <a:pt x="5608" y="5628"/>
                </a:lnTo>
                <a:lnTo>
                  <a:pt x="5705" y="5705"/>
                </a:lnTo>
                <a:lnTo>
                  <a:pt x="5792" y="5754"/>
                </a:lnTo>
                <a:lnTo>
                  <a:pt x="5899" y="5792"/>
                </a:lnTo>
                <a:lnTo>
                  <a:pt x="6015" y="5802"/>
                </a:lnTo>
                <a:lnTo>
                  <a:pt x="6122" y="5792"/>
                </a:lnTo>
                <a:lnTo>
                  <a:pt x="6229" y="5754"/>
                </a:lnTo>
                <a:lnTo>
                  <a:pt x="6326" y="5705"/>
                </a:lnTo>
                <a:close/>
                <a:moveTo>
                  <a:pt x="7732" y="282"/>
                </a:moveTo>
                <a:lnTo>
                  <a:pt x="7732" y="4929"/>
                </a:lnTo>
                <a:lnTo>
                  <a:pt x="7723" y="4997"/>
                </a:lnTo>
                <a:lnTo>
                  <a:pt x="7713" y="5055"/>
                </a:lnTo>
                <a:lnTo>
                  <a:pt x="7684" y="5104"/>
                </a:lnTo>
                <a:lnTo>
                  <a:pt x="7645" y="5133"/>
                </a:lnTo>
                <a:lnTo>
                  <a:pt x="7606" y="5172"/>
                </a:lnTo>
                <a:lnTo>
                  <a:pt x="7577" y="5191"/>
                </a:lnTo>
                <a:lnTo>
                  <a:pt x="7538" y="5210"/>
                </a:lnTo>
                <a:lnTo>
                  <a:pt x="7470" y="5220"/>
                </a:lnTo>
                <a:lnTo>
                  <a:pt x="7412" y="5220"/>
                </a:lnTo>
                <a:lnTo>
                  <a:pt x="7373" y="5220"/>
                </a:lnTo>
                <a:lnTo>
                  <a:pt x="7354" y="5220"/>
                </a:lnTo>
                <a:lnTo>
                  <a:pt x="7325" y="5220"/>
                </a:lnTo>
                <a:lnTo>
                  <a:pt x="7296" y="5220"/>
                </a:lnTo>
                <a:lnTo>
                  <a:pt x="7247" y="5220"/>
                </a:lnTo>
                <a:lnTo>
                  <a:pt x="7218" y="5220"/>
                </a:lnTo>
                <a:lnTo>
                  <a:pt x="7189" y="5220"/>
                </a:lnTo>
                <a:lnTo>
                  <a:pt x="7160" y="5220"/>
                </a:lnTo>
                <a:lnTo>
                  <a:pt x="7150" y="5220"/>
                </a:lnTo>
                <a:lnTo>
                  <a:pt x="7150" y="5346"/>
                </a:lnTo>
                <a:lnTo>
                  <a:pt x="7131" y="5453"/>
                </a:lnTo>
                <a:lnTo>
                  <a:pt x="7102" y="5560"/>
                </a:lnTo>
                <a:lnTo>
                  <a:pt x="7073" y="5666"/>
                </a:lnTo>
                <a:lnTo>
                  <a:pt x="7024" y="5763"/>
                </a:lnTo>
                <a:lnTo>
                  <a:pt x="6966" y="5870"/>
                </a:lnTo>
                <a:lnTo>
                  <a:pt x="6898" y="5957"/>
                </a:lnTo>
                <a:lnTo>
                  <a:pt x="6820" y="6045"/>
                </a:lnTo>
                <a:lnTo>
                  <a:pt x="6733" y="6122"/>
                </a:lnTo>
                <a:lnTo>
                  <a:pt x="6646" y="6200"/>
                </a:lnTo>
                <a:lnTo>
                  <a:pt x="6549" y="6248"/>
                </a:lnTo>
                <a:lnTo>
                  <a:pt x="6452" y="6297"/>
                </a:lnTo>
                <a:lnTo>
                  <a:pt x="6345" y="6336"/>
                </a:lnTo>
                <a:lnTo>
                  <a:pt x="6248" y="6365"/>
                </a:lnTo>
                <a:lnTo>
                  <a:pt x="6122" y="6384"/>
                </a:lnTo>
                <a:lnTo>
                  <a:pt x="6015" y="6384"/>
                </a:lnTo>
                <a:lnTo>
                  <a:pt x="5899" y="6384"/>
                </a:lnTo>
                <a:lnTo>
                  <a:pt x="5782" y="6365"/>
                </a:lnTo>
                <a:lnTo>
                  <a:pt x="5676" y="6336"/>
                </a:lnTo>
                <a:lnTo>
                  <a:pt x="5579" y="6297"/>
                </a:lnTo>
                <a:lnTo>
                  <a:pt x="5472" y="6248"/>
                </a:lnTo>
                <a:lnTo>
                  <a:pt x="5385" y="6200"/>
                </a:lnTo>
                <a:lnTo>
                  <a:pt x="5288" y="6122"/>
                </a:lnTo>
                <a:lnTo>
                  <a:pt x="5200" y="6045"/>
                </a:lnTo>
                <a:lnTo>
                  <a:pt x="5123" y="5957"/>
                </a:lnTo>
                <a:lnTo>
                  <a:pt x="5055" y="5870"/>
                </a:lnTo>
                <a:lnTo>
                  <a:pt x="4997" y="5763"/>
                </a:lnTo>
                <a:lnTo>
                  <a:pt x="4948" y="5666"/>
                </a:lnTo>
                <a:lnTo>
                  <a:pt x="4919" y="5560"/>
                </a:lnTo>
                <a:lnTo>
                  <a:pt x="4890" y="5453"/>
                </a:lnTo>
                <a:lnTo>
                  <a:pt x="4870" y="5346"/>
                </a:lnTo>
                <a:lnTo>
                  <a:pt x="4870" y="5220"/>
                </a:lnTo>
                <a:lnTo>
                  <a:pt x="3153" y="5220"/>
                </a:lnTo>
                <a:lnTo>
                  <a:pt x="3144" y="5346"/>
                </a:lnTo>
                <a:lnTo>
                  <a:pt x="3124" y="5453"/>
                </a:lnTo>
                <a:lnTo>
                  <a:pt x="3105" y="5560"/>
                </a:lnTo>
                <a:lnTo>
                  <a:pt x="3076" y="5666"/>
                </a:lnTo>
                <a:lnTo>
                  <a:pt x="3018" y="5763"/>
                </a:lnTo>
                <a:lnTo>
                  <a:pt x="2959" y="5870"/>
                </a:lnTo>
                <a:lnTo>
                  <a:pt x="2901" y="5957"/>
                </a:lnTo>
                <a:lnTo>
                  <a:pt x="2814" y="6045"/>
                </a:lnTo>
                <a:lnTo>
                  <a:pt x="2736" y="6122"/>
                </a:lnTo>
                <a:lnTo>
                  <a:pt x="2639" y="6200"/>
                </a:lnTo>
                <a:lnTo>
                  <a:pt x="2552" y="6248"/>
                </a:lnTo>
                <a:lnTo>
                  <a:pt x="2445" y="6297"/>
                </a:lnTo>
                <a:lnTo>
                  <a:pt x="2338" y="6336"/>
                </a:lnTo>
                <a:lnTo>
                  <a:pt x="2241" y="6365"/>
                </a:lnTo>
                <a:lnTo>
                  <a:pt x="2115" y="6384"/>
                </a:lnTo>
                <a:lnTo>
                  <a:pt x="2009" y="6384"/>
                </a:lnTo>
                <a:lnTo>
                  <a:pt x="1892" y="6384"/>
                </a:lnTo>
                <a:lnTo>
                  <a:pt x="1776" y="6365"/>
                </a:lnTo>
                <a:lnTo>
                  <a:pt x="1669" y="6336"/>
                </a:lnTo>
                <a:lnTo>
                  <a:pt x="1572" y="6297"/>
                </a:lnTo>
                <a:lnTo>
                  <a:pt x="1465" y="6248"/>
                </a:lnTo>
                <a:lnTo>
                  <a:pt x="1378" y="6200"/>
                </a:lnTo>
                <a:lnTo>
                  <a:pt x="1281" y="6122"/>
                </a:lnTo>
                <a:lnTo>
                  <a:pt x="1203" y="6045"/>
                </a:lnTo>
                <a:lnTo>
                  <a:pt x="1116" y="5957"/>
                </a:lnTo>
                <a:lnTo>
                  <a:pt x="1058" y="5870"/>
                </a:lnTo>
                <a:lnTo>
                  <a:pt x="990" y="5763"/>
                </a:lnTo>
                <a:lnTo>
                  <a:pt x="941" y="5666"/>
                </a:lnTo>
                <a:lnTo>
                  <a:pt x="912" y="5560"/>
                </a:lnTo>
                <a:lnTo>
                  <a:pt x="893" y="5453"/>
                </a:lnTo>
                <a:lnTo>
                  <a:pt x="874" y="5346"/>
                </a:lnTo>
                <a:lnTo>
                  <a:pt x="864" y="5220"/>
                </a:lnTo>
                <a:lnTo>
                  <a:pt x="582" y="5220"/>
                </a:lnTo>
                <a:lnTo>
                  <a:pt x="573" y="5220"/>
                </a:lnTo>
                <a:lnTo>
                  <a:pt x="544" y="5220"/>
                </a:lnTo>
                <a:lnTo>
                  <a:pt x="515" y="5220"/>
                </a:lnTo>
                <a:lnTo>
                  <a:pt x="476" y="5220"/>
                </a:lnTo>
                <a:lnTo>
                  <a:pt x="408" y="5220"/>
                </a:lnTo>
                <a:lnTo>
                  <a:pt x="379" y="5220"/>
                </a:lnTo>
                <a:lnTo>
                  <a:pt x="359" y="5220"/>
                </a:lnTo>
                <a:lnTo>
                  <a:pt x="321" y="5220"/>
                </a:lnTo>
                <a:lnTo>
                  <a:pt x="262" y="5220"/>
                </a:lnTo>
                <a:lnTo>
                  <a:pt x="204" y="5210"/>
                </a:lnTo>
                <a:lnTo>
                  <a:pt x="156" y="5191"/>
                </a:lnTo>
                <a:lnTo>
                  <a:pt x="117" y="5172"/>
                </a:lnTo>
                <a:lnTo>
                  <a:pt x="88" y="5133"/>
                </a:lnTo>
                <a:lnTo>
                  <a:pt x="49" y="5104"/>
                </a:lnTo>
                <a:lnTo>
                  <a:pt x="20" y="5055"/>
                </a:lnTo>
                <a:lnTo>
                  <a:pt x="10" y="4997"/>
                </a:lnTo>
                <a:lnTo>
                  <a:pt x="0" y="4929"/>
                </a:lnTo>
                <a:lnTo>
                  <a:pt x="10" y="4881"/>
                </a:lnTo>
                <a:lnTo>
                  <a:pt x="29" y="4822"/>
                </a:lnTo>
                <a:lnTo>
                  <a:pt x="59" y="4774"/>
                </a:lnTo>
                <a:lnTo>
                  <a:pt x="88" y="4725"/>
                </a:lnTo>
                <a:lnTo>
                  <a:pt x="136" y="4696"/>
                </a:lnTo>
                <a:lnTo>
                  <a:pt x="185" y="4667"/>
                </a:lnTo>
                <a:lnTo>
                  <a:pt x="243" y="4648"/>
                </a:lnTo>
                <a:lnTo>
                  <a:pt x="291" y="4648"/>
                </a:lnTo>
                <a:lnTo>
                  <a:pt x="291" y="3192"/>
                </a:lnTo>
                <a:lnTo>
                  <a:pt x="291" y="3173"/>
                </a:lnTo>
                <a:lnTo>
                  <a:pt x="291" y="3134"/>
                </a:lnTo>
                <a:lnTo>
                  <a:pt x="291" y="3086"/>
                </a:lnTo>
                <a:lnTo>
                  <a:pt x="282" y="3037"/>
                </a:lnTo>
                <a:lnTo>
                  <a:pt x="282" y="2979"/>
                </a:lnTo>
                <a:lnTo>
                  <a:pt x="282" y="2921"/>
                </a:lnTo>
                <a:lnTo>
                  <a:pt x="282" y="2892"/>
                </a:lnTo>
                <a:lnTo>
                  <a:pt x="282" y="2863"/>
                </a:lnTo>
                <a:lnTo>
                  <a:pt x="291" y="2795"/>
                </a:lnTo>
                <a:lnTo>
                  <a:pt x="291" y="2746"/>
                </a:lnTo>
                <a:lnTo>
                  <a:pt x="301" y="2707"/>
                </a:lnTo>
                <a:lnTo>
                  <a:pt x="311" y="2610"/>
                </a:lnTo>
                <a:lnTo>
                  <a:pt x="330" y="2542"/>
                </a:lnTo>
                <a:lnTo>
                  <a:pt x="359" y="2475"/>
                </a:lnTo>
                <a:lnTo>
                  <a:pt x="398" y="2397"/>
                </a:lnTo>
                <a:lnTo>
                  <a:pt x="437" y="2329"/>
                </a:lnTo>
                <a:lnTo>
                  <a:pt x="495" y="2261"/>
                </a:lnTo>
                <a:lnTo>
                  <a:pt x="1378" y="1369"/>
                </a:lnTo>
                <a:lnTo>
                  <a:pt x="1426" y="1320"/>
                </a:lnTo>
                <a:lnTo>
                  <a:pt x="1475" y="1281"/>
                </a:lnTo>
                <a:lnTo>
                  <a:pt x="1533" y="1243"/>
                </a:lnTo>
                <a:lnTo>
                  <a:pt x="1601" y="1223"/>
                </a:lnTo>
                <a:lnTo>
                  <a:pt x="1737" y="1175"/>
                </a:lnTo>
                <a:lnTo>
                  <a:pt x="1795" y="1165"/>
                </a:lnTo>
                <a:lnTo>
                  <a:pt x="1863" y="1155"/>
                </a:lnTo>
                <a:lnTo>
                  <a:pt x="2581" y="1155"/>
                </a:lnTo>
                <a:lnTo>
                  <a:pt x="2581" y="282"/>
                </a:lnTo>
                <a:lnTo>
                  <a:pt x="2591" y="224"/>
                </a:lnTo>
                <a:lnTo>
                  <a:pt x="2600" y="175"/>
                </a:lnTo>
                <a:lnTo>
                  <a:pt x="2620" y="127"/>
                </a:lnTo>
                <a:lnTo>
                  <a:pt x="2659" y="78"/>
                </a:lnTo>
                <a:lnTo>
                  <a:pt x="2707" y="49"/>
                </a:lnTo>
                <a:lnTo>
                  <a:pt x="2756" y="20"/>
                </a:lnTo>
                <a:lnTo>
                  <a:pt x="2804" y="1"/>
                </a:lnTo>
                <a:lnTo>
                  <a:pt x="2862" y="1"/>
                </a:lnTo>
                <a:lnTo>
                  <a:pt x="7441" y="1"/>
                </a:lnTo>
                <a:lnTo>
                  <a:pt x="7500" y="1"/>
                </a:lnTo>
                <a:lnTo>
                  <a:pt x="7548" y="20"/>
                </a:lnTo>
                <a:lnTo>
                  <a:pt x="7597" y="49"/>
                </a:lnTo>
                <a:lnTo>
                  <a:pt x="7635" y="78"/>
                </a:lnTo>
                <a:lnTo>
                  <a:pt x="7674" y="127"/>
                </a:lnTo>
                <a:lnTo>
                  <a:pt x="7703" y="175"/>
                </a:lnTo>
                <a:lnTo>
                  <a:pt x="7723" y="224"/>
                </a:lnTo>
                <a:close/>
              </a:path>
            </a:pathLst>
          </a:custGeom>
          <a:solidFill>
            <a:srgbClr val="EA2E49"/>
          </a:solidFill>
          <a:ln>
            <a:noFill/>
          </a:ln>
        </p:spPr>
        <p:txBody>
          <a:bodyPr wrap="square" lIns="91425" tIns="91425" rIns="91425" bIns="91425" anchor="ctr" anchorCtr="0">
            <a:noAutofit/>
          </a:bodyPr>
          <a:lstStyle/>
          <a:p>
            <a:pPr lvl="0">
              <a:spcBef>
                <a:spcPts val="0"/>
              </a:spcBef>
              <a:buNone/>
            </a:pPr>
            <a:endParaRPr/>
          </a:p>
        </p:txBody>
      </p:sp>
      <p:sp>
        <p:nvSpPr>
          <p:cNvPr id="149" name="Shape 149"/>
          <p:cNvSpPr/>
          <p:nvPr/>
        </p:nvSpPr>
        <p:spPr>
          <a:xfrm>
            <a:off x="5599179" y="3971871"/>
            <a:ext cx="862199" cy="751333"/>
          </a:xfrm>
          <a:custGeom>
            <a:avLst/>
            <a:gdLst/>
            <a:ahLst/>
            <a:cxnLst/>
            <a:rect l="0" t="0" r="0" b="0"/>
            <a:pathLst>
              <a:path w="8005" h="6976" extrusionOk="0">
                <a:moveTo>
                  <a:pt x="4104" y="3299"/>
                </a:moveTo>
                <a:lnTo>
                  <a:pt x="4133" y="3260"/>
                </a:lnTo>
                <a:lnTo>
                  <a:pt x="4143" y="3202"/>
                </a:lnTo>
                <a:lnTo>
                  <a:pt x="4133" y="3134"/>
                </a:lnTo>
                <a:lnTo>
                  <a:pt x="4104" y="3095"/>
                </a:lnTo>
                <a:lnTo>
                  <a:pt x="4056" y="3066"/>
                </a:lnTo>
                <a:lnTo>
                  <a:pt x="4007" y="3056"/>
                </a:lnTo>
                <a:lnTo>
                  <a:pt x="3929" y="3056"/>
                </a:lnTo>
                <a:lnTo>
                  <a:pt x="3852" y="3066"/>
                </a:lnTo>
                <a:lnTo>
                  <a:pt x="3794" y="3085"/>
                </a:lnTo>
                <a:lnTo>
                  <a:pt x="3726" y="3114"/>
                </a:lnTo>
                <a:lnTo>
                  <a:pt x="3668" y="3134"/>
                </a:lnTo>
                <a:lnTo>
                  <a:pt x="3600" y="3173"/>
                </a:lnTo>
                <a:lnTo>
                  <a:pt x="3541" y="3221"/>
                </a:lnTo>
                <a:lnTo>
                  <a:pt x="3493" y="3270"/>
                </a:lnTo>
                <a:lnTo>
                  <a:pt x="3444" y="3318"/>
                </a:lnTo>
                <a:lnTo>
                  <a:pt x="3396" y="3376"/>
                </a:lnTo>
                <a:lnTo>
                  <a:pt x="3367" y="3444"/>
                </a:lnTo>
                <a:lnTo>
                  <a:pt x="3338" y="3503"/>
                </a:lnTo>
                <a:lnTo>
                  <a:pt x="3318" y="3570"/>
                </a:lnTo>
                <a:lnTo>
                  <a:pt x="3299" y="3629"/>
                </a:lnTo>
                <a:lnTo>
                  <a:pt x="3289" y="3706"/>
                </a:lnTo>
                <a:lnTo>
                  <a:pt x="3289" y="3774"/>
                </a:lnTo>
                <a:lnTo>
                  <a:pt x="3299" y="3842"/>
                </a:lnTo>
                <a:lnTo>
                  <a:pt x="3309" y="3862"/>
                </a:lnTo>
                <a:lnTo>
                  <a:pt x="3328" y="3891"/>
                </a:lnTo>
                <a:lnTo>
                  <a:pt x="3367" y="3920"/>
                </a:lnTo>
                <a:lnTo>
                  <a:pt x="3425" y="3929"/>
                </a:lnTo>
                <a:lnTo>
                  <a:pt x="3483" y="3920"/>
                </a:lnTo>
                <a:lnTo>
                  <a:pt x="3522" y="3891"/>
                </a:lnTo>
                <a:lnTo>
                  <a:pt x="3561" y="3842"/>
                </a:lnTo>
                <a:lnTo>
                  <a:pt x="3571" y="3774"/>
                </a:lnTo>
                <a:lnTo>
                  <a:pt x="3580" y="3697"/>
                </a:lnTo>
                <a:lnTo>
                  <a:pt x="3600" y="3609"/>
                </a:lnTo>
                <a:lnTo>
                  <a:pt x="3638" y="3541"/>
                </a:lnTo>
                <a:lnTo>
                  <a:pt x="3687" y="3464"/>
                </a:lnTo>
                <a:lnTo>
                  <a:pt x="3755" y="3415"/>
                </a:lnTo>
                <a:lnTo>
                  <a:pt x="3842" y="3376"/>
                </a:lnTo>
                <a:lnTo>
                  <a:pt x="3910" y="3357"/>
                </a:lnTo>
                <a:lnTo>
                  <a:pt x="4007" y="3347"/>
                </a:lnTo>
                <a:lnTo>
                  <a:pt x="4056" y="3338"/>
                </a:lnTo>
                <a:close/>
                <a:moveTo>
                  <a:pt x="4812" y="2969"/>
                </a:moveTo>
                <a:lnTo>
                  <a:pt x="4880" y="3056"/>
                </a:lnTo>
                <a:lnTo>
                  <a:pt x="4958" y="3144"/>
                </a:lnTo>
                <a:lnTo>
                  <a:pt x="5006" y="3250"/>
                </a:lnTo>
                <a:lnTo>
                  <a:pt x="5055" y="3347"/>
                </a:lnTo>
                <a:lnTo>
                  <a:pt x="5094" y="3444"/>
                </a:lnTo>
                <a:lnTo>
                  <a:pt x="5123" y="3561"/>
                </a:lnTo>
                <a:lnTo>
                  <a:pt x="5142" y="3667"/>
                </a:lnTo>
                <a:lnTo>
                  <a:pt x="5142" y="3784"/>
                </a:lnTo>
                <a:lnTo>
                  <a:pt x="5142" y="3910"/>
                </a:lnTo>
                <a:lnTo>
                  <a:pt x="5123" y="4017"/>
                </a:lnTo>
                <a:lnTo>
                  <a:pt x="5094" y="4123"/>
                </a:lnTo>
                <a:lnTo>
                  <a:pt x="5055" y="4240"/>
                </a:lnTo>
                <a:lnTo>
                  <a:pt x="5006" y="4337"/>
                </a:lnTo>
                <a:lnTo>
                  <a:pt x="4958" y="4434"/>
                </a:lnTo>
                <a:lnTo>
                  <a:pt x="4880" y="4521"/>
                </a:lnTo>
                <a:lnTo>
                  <a:pt x="4812" y="4609"/>
                </a:lnTo>
                <a:lnTo>
                  <a:pt x="4715" y="4686"/>
                </a:lnTo>
                <a:lnTo>
                  <a:pt x="4628" y="4764"/>
                </a:lnTo>
                <a:lnTo>
                  <a:pt x="4531" y="4812"/>
                </a:lnTo>
                <a:lnTo>
                  <a:pt x="4434" y="4861"/>
                </a:lnTo>
                <a:lnTo>
                  <a:pt x="4337" y="4909"/>
                </a:lnTo>
                <a:lnTo>
                  <a:pt x="4221" y="4929"/>
                </a:lnTo>
                <a:lnTo>
                  <a:pt x="4114" y="4938"/>
                </a:lnTo>
                <a:lnTo>
                  <a:pt x="4007" y="4948"/>
                </a:lnTo>
                <a:lnTo>
                  <a:pt x="3881" y="4938"/>
                </a:lnTo>
                <a:lnTo>
                  <a:pt x="3774" y="4929"/>
                </a:lnTo>
                <a:lnTo>
                  <a:pt x="3668" y="4909"/>
                </a:lnTo>
                <a:lnTo>
                  <a:pt x="3561" y="4861"/>
                </a:lnTo>
                <a:lnTo>
                  <a:pt x="3464" y="4812"/>
                </a:lnTo>
                <a:lnTo>
                  <a:pt x="3367" y="4764"/>
                </a:lnTo>
                <a:lnTo>
                  <a:pt x="3280" y="4686"/>
                </a:lnTo>
                <a:lnTo>
                  <a:pt x="3182" y="4609"/>
                </a:lnTo>
                <a:lnTo>
                  <a:pt x="3115" y="4521"/>
                </a:lnTo>
                <a:lnTo>
                  <a:pt x="3037" y="4434"/>
                </a:lnTo>
                <a:lnTo>
                  <a:pt x="2988" y="4337"/>
                </a:lnTo>
                <a:lnTo>
                  <a:pt x="2940" y="4240"/>
                </a:lnTo>
                <a:lnTo>
                  <a:pt x="2901" y="4123"/>
                </a:lnTo>
                <a:lnTo>
                  <a:pt x="2872" y="4017"/>
                </a:lnTo>
                <a:lnTo>
                  <a:pt x="2853" y="3910"/>
                </a:lnTo>
                <a:lnTo>
                  <a:pt x="2853" y="3784"/>
                </a:lnTo>
                <a:lnTo>
                  <a:pt x="2853" y="3667"/>
                </a:lnTo>
                <a:lnTo>
                  <a:pt x="2872" y="3561"/>
                </a:lnTo>
                <a:lnTo>
                  <a:pt x="2901" y="3444"/>
                </a:lnTo>
                <a:lnTo>
                  <a:pt x="2940" y="3347"/>
                </a:lnTo>
                <a:lnTo>
                  <a:pt x="2988" y="3250"/>
                </a:lnTo>
                <a:lnTo>
                  <a:pt x="3037" y="3144"/>
                </a:lnTo>
                <a:lnTo>
                  <a:pt x="3115" y="3056"/>
                </a:lnTo>
                <a:lnTo>
                  <a:pt x="3182" y="2969"/>
                </a:lnTo>
                <a:lnTo>
                  <a:pt x="3280" y="2891"/>
                </a:lnTo>
                <a:lnTo>
                  <a:pt x="3367" y="2814"/>
                </a:lnTo>
                <a:lnTo>
                  <a:pt x="3464" y="2765"/>
                </a:lnTo>
                <a:lnTo>
                  <a:pt x="3561" y="2717"/>
                </a:lnTo>
                <a:lnTo>
                  <a:pt x="3668" y="2678"/>
                </a:lnTo>
                <a:lnTo>
                  <a:pt x="3774" y="2649"/>
                </a:lnTo>
                <a:lnTo>
                  <a:pt x="3881" y="2629"/>
                </a:lnTo>
                <a:lnTo>
                  <a:pt x="4007" y="2620"/>
                </a:lnTo>
                <a:lnTo>
                  <a:pt x="4114" y="2629"/>
                </a:lnTo>
                <a:lnTo>
                  <a:pt x="4221" y="2649"/>
                </a:lnTo>
                <a:lnTo>
                  <a:pt x="4337" y="2678"/>
                </a:lnTo>
                <a:lnTo>
                  <a:pt x="4434" y="2717"/>
                </a:lnTo>
                <a:lnTo>
                  <a:pt x="4531" y="2765"/>
                </a:lnTo>
                <a:lnTo>
                  <a:pt x="4628" y="2814"/>
                </a:lnTo>
                <a:lnTo>
                  <a:pt x="4715" y="2891"/>
                </a:lnTo>
                <a:close/>
                <a:moveTo>
                  <a:pt x="563" y="6394"/>
                </a:moveTo>
                <a:lnTo>
                  <a:pt x="7432" y="6394"/>
                </a:lnTo>
                <a:lnTo>
                  <a:pt x="7432" y="5811"/>
                </a:lnTo>
                <a:lnTo>
                  <a:pt x="563" y="5811"/>
                </a:lnTo>
                <a:close/>
                <a:moveTo>
                  <a:pt x="5210" y="5026"/>
                </a:moveTo>
                <a:lnTo>
                  <a:pt x="5336" y="4890"/>
                </a:lnTo>
                <a:lnTo>
                  <a:pt x="5433" y="4754"/>
                </a:lnTo>
                <a:lnTo>
                  <a:pt x="5511" y="4609"/>
                </a:lnTo>
                <a:lnTo>
                  <a:pt x="5588" y="4453"/>
                </a:lnTo>
                <a:lnTo>
                  <a:pt x="5647" y="4298"/>
                </a:lnTo>
                <a:lnTo>
                  <a:pt x="5676" y="4133"/>
                </a:lnTo>
                <a:lnTo>
                  <a:pt x="5705" y="3968"/>
                </a:lnTo>
                <a:lnTo>
                  <a:pt x="5715" y="3784"/>
                </a:lnTo>
                <a:lnTo>
                  <a:pt x="5705" y="3609"/>
                </a:lnTo>
                <a:lnTo>
                  <a:pt x="5676" y="3444"/>
                </a:lnTo>
                <a:lnTo>
                  <a:pt x="5647" y="3279"/>
                </a:lnTo>
                <a:lnTo>
                  <a:pt x="5588" y="3114"/>
                </a:lnTo>
                <a:lnTo>
                  <a:pt x="5511" y="2969"/>
                </a:lnTo>
                <a:lnTo>
                  <a:pt x="5433" y="2823"/>
                </a:lnTo>
                <a:lnTo>
                  <a:pt x="5336" y="2688"/>
                </a:lnTo>
                <a:lnTo>
                  <a:pt x="5210" y="2562"/>
                </a:lnTo>
                <a:lnTo>
                  <a:pt x="5084" y="2445"/>
                </a:lnTo>
                <a:lnTo>
                  <a:pt x="4948" y="2329"/>
                </a:lnTo>
                <a:lnTo>
                  <a:pt x="4812" y="2251"/>
                </a:lnTo>
                <a:lnTo>
                  <a:pt x="4657" y="2173"/>
                </a:lnTo>
                <a:lnTo>
                  <a:pt x="4512" y="2115"/>
                </a:lnTo>
                <a:lnTo>
                  <a:pt x="4347" y="2086"/>
                </a:lnTo>
                <a:lnTo>
                  <a:pt x="4172" y="2057"/>
                </a:lnTo>
                <a:lnTo>
                  <a:pt x="4007" y="2047"/>
                </a:lnTo>
                <a:lnTo>
                  <a:pt x="3832" y="2057"/>
                </a:lnTo>
                <a:lnTo>
                  <a:pt x="3658" y="2086"/>
                </a:lnTo>
                <a:lnTo>
                  <a:pt x="3503" y="2115"/>
                </a:lnTo>
                <a:lnTo>
                  <a:pt x="3347" y="2173"/>
                </a:lnTo>
                <a:lnTo>
                  <a:pt x="3192" y="2251"/>
                </a:lnTo>
                <a:lnTo>
                  <a:pt x="3047" y="2329"/>
                </a:lnTo>
                <a:lnTo>
                  <a:pt x="2911" y="2445"/>
                </a:lnTo>
                <a:lnTo>
                  <a:pt x="2785" y="2562"/>
                </a:lnTo>
                <a:lnTo>
                  <a:pt x="2668" y="2688"/>
                </a:lnTo>
                <a:lnTo>
                  <a:pt x="2562" y="2823"/>
                </a:lnTo>
                <a:lnTo>
                  <a:pt x="2484" y="2969"/>
                </a:lnTo>
                <a:lnTo>
                  <a:pt x="2406" y="3114"/>
                </a:lnTo>
                <a:lnTo>
                  <a:pt x="2348" y="3279"/>
                </a:lnTo>
                <a:lnTo>
                  <a:pt x="2319" y="3444"/>
                </a:lnTo>
                <a:lnTo>
                  <a:pt x="2290" y="3609"/>
                </a:lnTo>
                <a:lnTo>
                  <a:pt x="2280" y="3784"/>
                </a:lnTo>
                <a:lnTo>
                  <a:pt x="2290" y="3968"/>
                </a:lnTo>
                <a:lnTo>
                  <a:pt x="2319" y="4133"/>
                </a:lnTo>
                <a:lnTo>
                  <a:pt x="2348" y="4298"/>
                </a:lnTo>
                <a:lnTo>
                  <a:pt x="2406" y="4453"/>
                </a:lnTo>
                <a:lnTo>
                  <a:pt x="2484" y="4609"/>
                </a:lnTo>
                <a:lnTo>
                  <a:pt x="2562" y="4754"/>
                </a:lnTo>
                <a:lnTo>
                  <a:pt x="2668" y="4890"/>
                </a:lnTo>
                <a:lnTo>
                  <a:pt x="2785" y="5026"/>
                </a:lnTo>
                <a:lnTo>
                  <a:pt x="2911" y="5142"/>
                </a:lnTo>
                <a:lnTo>
                  <a:pt x="3047" y="5249"/>
                </a:lnTo>
                <a:lnTo>
                  <a:pt x="3192" y="5336"/>
                </a:lnTo>
                <a:lnTo>
                  <a:pt x="3347" y="5404"/>
                </a:lnTo>
                <a:lnTo>
                  <a:pt x="3503" y="5453"/>
                </a:lnTo>
                <a:lnTo>
                  <a:pt x="3658" y="5501"/>
                </a:lnTo>
                <a:lnTo>
                  <a:pt x="3832" y="5520"/>
                </a:lnTo>
                <a:lnTo>
                  <a:pt x="4007" y="5530"/>
                </a:lnTo>
                <a:lnTo>
                  <a:pt x="4172" y="5520"/>
                </a:lnTo>
                <a:lnTo>
                  <a:pt x="4347" y="5501"/>
                </a:lnTo>
                <a:lnTo>
                  <a:pt x="4512" y="5453"/>
                </a:lnTo>
                <a:lnTo>
                  <a:pt x="4657" y="5404"/>
                </a:lnTo>
                <a:lnTo>
                  <a:pt x="4812" y="5336"/>
                </a:lnTo>
                <a:lnTo>
                  <a:pt x="4948" y="5249"/>
                </a:lnTo>
                <a:lnTo>
                  <a:pt x="5084" y="5142"/>
                </a:lnTo>
                <a:close/>
                <a:moveTo>
                  <a:pt x="1145" y="873"/>
                </a:moveTo>
                <a:lnTo>
                  <a:pt x="2853" y="873"/>
                </a:lnTo>
                <a:lnTo>
                  <a:pt x="2853" y="291"/>
                </a:lnTo>
                <a:lnTo>
                  <a:pt x="1145" y="291"/>
                </a:lnTo>
                <a:close/>
                <a:moveTo>
                  <a:pt x="563" y="1747"/>
                </a:moveTo>
                <a:lnTo>
                  <a:pt x="7432" y="1747"/>
                </a:lnTo>
                <a:lnTo>
                  <a:pt x="7432" y="1213"/>
                </a:lnTo>
                <a:lnTo>
                  <a:pt x="7432" y="592"/>
                </a:lnTo>
                <a:lnTo>
                  <a:pt x="3726" y="592"/>
                </a:lnTo>
                <a:lnTo>
                  <a:pt x="3444" y="1165"/>
                </a:lnTo>
                <a:lnTo>
                  <a:pt x="563" y="1165"/>
                </a:lnTo>
                <a:close/>
                <a:moveTo>
                  <a:pt x="8004" y="592"/>
                </a:moveTo>
                <a:lnTo>
                  <a:pt x="8004" y="6394"/>
                </a:lnTo>
                <a:lnTo>
                  <a:pt x="7994" y="6510"/>
                </a:lnTo>
                <a:lnTo>
                  <a:pt x="7965" y="6617"/>
                </a:lnTo>
                <a:lnTo>
                  <a:pt x="7907" y="6714"/>
                </a:lnTo>
                <a:lnTo>
                  <a:pt x="7839" y="6801"/>
                </a:lnTo>
                <a:lnTo>
                  <a:pt x="7742" y="6879"/>
                </a:lnTo>
                <a:lnTo>
                  <a:pt x="7655" y="6937"/>
                </a:lnTo>
                <a:lnTo>
                  <a:pt x="7538" y="6966"/>
                </a:lnTo>
                <a:lnTo>
                  <a:pt x="7432" y="6976"/>
                </a:lnTo>
                <a:lnTo>
                  <a:pt x="563" y="6976"/>
                </a:lnTo>
                <a:lnTo>
                  <a:pt x="456" y="6966"/>
                </a:lnTo>
                <a:lnTo>
                  <a:pt x="350" y="6937"/>
                </a:lnTo>
                <a:lnTo>
                  <a:pt x="253" y="6879"/>
                </a:lnTo>
                <a:lnTo>
                  <a:pt x="165" y="6801"/>
                </a:lnTo>
                <a:lnTo>
                  <a:pt x="88" y="6714"/>
                </a:lnTo>
                <a:lnTo>
                  <a:pt x="30" y="6617"/>
                </a:lnTo>
                <a:lnTo>
                  <a:pt x="10" y="6510"/>
                </a:lnTo>
                <a:lnTo>
                  <a:pt x="0" y="6394"/>
                </a:lnTo>
                <a:lnTo>
                  <a:pt x="0" y="592"/>
                </a:lnTo>
                <a:lnTo>
                  <a:pt x="10" y="466"/>
                </a:lnTo>
                <a:lnTo>
                  <a:pt x="30" y="359"/>
                </a:lnTo>
                <a:lnTo>
                  <a:pt x="88" y="272"/>
                </a:lnTo>
                <a:lnTo>
                  <a:pt x="165" y="175"/>
                </a:lnTo>
                <a:lnTo>
                  <a:pt x="253" y="107"/>
                </a:lnTo>
                <a:lnTo>
                  <a:pt x="350" y="49"/>
                </a:lnTo>
                <a:lnTo>
                  <a:pt x="456" y="10"/>
                </a:lnTo>
                <a:lnTo>
                  <a:pt x="563" y="0"/>
                </a:lnTo>
                <a:lnTo>
                  <a:pt x="7432" y="0"/>
                </a:lnTo>
                <a:lnTo>
                  <a:pt x="7538" y="10"/>
                </a:lnTo>
                <a:lnTo>
                  <a:pt x="7655" y="49"/>
                </a:lnTo>
                <a:lnTo>
                  <a:pt x="7742" y="107"/>
                </a:lnTo>
                <a:lnTo>
                  <a:pt x="7839" y="175"/>
                </a:lnTo>
                <a:lnTo>
                  <a:pt x="7907" y="272"/>
                </a:lnTo>
                <a:lnTo>
                  <a:pt x="7965" y="359"/>
                </a:lnTo>
                <a:lnTo>
                  <a:pt x="7994" y="466"/>
                </a:lnTo>
                <a:close/>
              </a:path>
            </a:pathLst>
          </a:custGeom>
          <a:solidFill>
            <a:srgbClr val="EA2E49"/>
          </a:solidFill>
          <a:ln>
            <a:noFill/>
          </a:ln>
        </p:spPr>
        <p:txBody>
          <a:bodyPr wrap="square" lIns="91425" tIns="91425" rIns="91425" bIns="91425" anchor="ctr" anchorCtr="0">
            <a:noAutofit/>
          </a:bodyPr>
          <a:lstStyle/>
          <a:p>
            <a:pPr lvl="0">
              <a:spcBef>
                <a:spcPts val="0"/>
              </a:spcBef>
              <a:buNone/>
            </a:pPr>
            <a:endParaRPr/>
          </a:p>
        </p:txBody>
      </p:sp>
      <p:sp>
        <p:nvSpPr>
          <p:cNvPr id="150" name="Shape 150"/>
          <p:cNvSpPr/>
          <p:nvPr/>
        </p:nvSpPr>
        <p:spPr>
          <a:xfrm>
            <a:off x="5693422" y="1313435"/>
            <a:ext cx="673706" cy="711883"/>
          </a:xfrm>
          <a:custGeom>
            <a:avLst/>
            <a:gdLst/>
            <a:ahLst/>
            <a:cxnLst/>
            <a:rect l="0" t="0" r="0" b="0"/>
            <a:pathLst>
              <a:path w="7694" h="8130" extrusionOk="0">
                <a:moveTo>
                  <a:pt x="7645" y="1349"/>
                </a:moveTo>
                <a:lnTo>
                  <a:pt x="7684" y="1397"/>
                </a:lnTo>
                <a:lnTo>
                  <a:pt x="7694" y="1455"/>
                </a:lnTo>
                <a:lnTo>
                  <a:pt x="7684" y="1513"/>
                </a:lnTo>
                <a:lnTo>
                  <a:pt x="7645" y="1562"/>
                </a:lnTo>
                <a:lnTo>
                  <a:pt x="7015" y="2202"/>
                </a:lnTo>
                <a:lnTo>
                  <a:pt x="6947" y="2251"/>
                </a:lnTo>
                <a:lnTo>
                  <a:pt x="6879" y="2290"/>
                </a:lnTo>
                <a:lnTo>
                  <a:pt x="6792" y="2319"/>
                </a:lnTo>
                <a:lnTo>
                  <a:pt x="6714" y="2328"/>
                </a:lnTo>
                <a:lnTo>
                  <a:pt x="699" y="2328"/>
                </a:lnTo>
                <a:lnTo>
                  <a:pt x="641" y="2319"/>
                </a:lnTo>
                <a:lnTo>
                  <a:pt x="583" y="2299"/>
                </a:lnTo>
                <a:lnTo>
                  <a:pt x="544" y="2270"/>
                </a:lnTo>
                <a:lnTo>
                  <a:pt x="495" y="2231"/>
                </a:lnTo>
                <a:lnTo>
                  <a:pt x="457" y="2193"/>
                </a:lnTo>
                <a:lnTo>
                  <a:pt x="427" y="2144"/>
                </a:lnTo>
                <a:lnTo>
                  <a:pt x="408" y="2086"/>
                </a:lnTo>
                <a:lnTo>
                  <a:pt x="408" y="2037"/>
                </a:lnTo>
                <a:lnTo>
                  <a:pt x="408" y="873"/>
                </a:lnTo>
                <a:lnTo>
                  <a:pt x="408" y="815"/>
                </a:lnTo>
                <a:lnTo>
                  <a:pt x="427" y="757"/>
                </a:lnTo>
                <a:lnTo>
                  <a:pt x="457" y="718"/>
                </a:lnTo>
                <a:lnTo>
                  <a:pt x="495" y="669"/>
                </a:lnTo>
                <a:lnTo>
                  <a:pt x="544" y="631"/>
                </a:lnTo>
                <a:lnTo>
                  <a:pt x="583" y="602"/>
                </a:lnTo>
                <a:lnTo>
                  <a:pt x="641" y="582"/>
                </a:lnTo>
                <a:lnTo>
                  <a:pt x="699" y="582"/>
                </a:lnTo>
                <a:lnTo>
                  <a:pt x="3270" y="582"/>
                </a:lnTo>
                <a:lnTo>
                  <a:pt x="3270" y="291"/>
                </a:lnTo>
                <a:lnTo>
                  <a:pt x="3280" y="233"/>
                </a:lnTo>
                <a:lnTo>
                  <a:pt x="3299" y="184"/>
                </a:lnTo>
                <a:lnTo>
                  <a:pt x="3318" y="136"/>
                </a:lnTo>
                <a:lnTo>
                  <a:pt x="3357" y="87"/>
                </a:lnTo>
                <a:lnTo>
                  <a:pt x="3406" y="58"/>
                </a:lnTo>
                <a:lnTo>
                  <a:pt x="3445" y="29"/>
                </a:lnTo>
                <a:lnTo>
                  <a:pt x="3503" y="10"/>
                </a:lnTo>
                <a:lnTo>
                  <a:pt x="3561" y="0"/>
                </a:lnTo>
                <a:lnTo>
                  <a:pt x="4133" y="0"/>
                </a:lnTo>
                <a:lnTo>
                  <a:pt x="4192" y="10"/>
                </a:lnTo>
                <a:lnTo>
                  <a:pt x="4240" y="29"/>
                </a:lnTo>
                <a:lnTo>
                  <a:pt x="4289" y="58"/>
                </a:lnTo>
                <a:lnTo>
                  <a:pt x="4337" y="87"/>
                </a:lnTo>
                <a:lnTo>
                  <a:pt x="4376" y="136"/>
                </a:lnTo>
                <a:lnTo>
                  <a:pt x="4405" y="184"/>
                </a:lnTo>
                <a:lnTo>
                  <a:pt x="4405" y="233"/>
                </a:lnTo>
                <a:lnTo>
                  <a:pt x="4415" y="291"/>
                </a:lnTo>
                <a:lnTo>
                  <a:pt x="4415" y="582"/>
                </a:lnTo>
                <a:lnTo>
                  <a:pt x="6714" y="582"/>
                </a:lnTo>
                <a:lnTo>
                  <a:pt x="6792" y="592"/>
                </a:lnTo>
                <a:lnTo>
                  <a:pt x="6879" y="611"/>
                </a:lnTo>
                <a:lnTo>
                  <a:pt x="6947" y="660"/>
                </a:lnTo>
                <a:lnTo>
                  <a:pt x="7015" y="718"/>
                </a:lnTo>
                <a:close/>
                <a:moveTo>
                  <a:pt x="3270" y="5520"/>
                </a:moveTo>
                <a:lnTo>
                  <a:pt x="4415" y="5520"/>
                </a:lnTo>
                <a:lnTo>
                  <a:pt x="4415" y="7848"/>
                </a:lnTo>
                <a:lnTo>
                  <a:pt x="4405" y="7897"/>
                </a:lnTo>
                <a:lnTo>
                  <a:pt x="4405" y="7955"/>
                </a:lnTo>
                <a:lnTo>
                  <a:pt x="4376" y="8004"/>
                </a:lnTo>
                <a:lnTo>
                  <a:pt x="4337" y="8043"/>
                </a:lnTo>
                <a:lnTo>
                  <a:pt x="4289" y="8081"/>
                </a:lnTo>
                <a:lnTo>
                  <a:pt x="4240" y="8110"/>
                </a:lnTo>
                <a:lnTo>
                  <a:pt x="4192" y="8130"/>
                </a:lnTo>
                <a:lnTo>
                  <a:pt x="4133" y="8130"/>
                </a:lnTo>
                <a:lnTo>
                  <a:pt x="3561" y="8130"/>
                </a:lnTo>
                <a:lnTo>
                  <a:pt x="3503" y="8130"/>
                </a:lnTo>
                <a:lnTo>
                  <a:pt x="3445" y="8110"/>
                </a:lnTo>
                <a:lnTo>
                  <a:pt x="3406" y="8081"/>
                </a:lnTo>
                <a:lnTo>
                  <a:pt x="3357" y="8043"/>
                </a:lnTo>
                <a:lnTo>
                  <a:pt x="3318" y="8004"/>
                </a:lnTo>
                <a:lnTo>
                  <a:pt x="3299" y="7955"/>
                </a:lnTo>
                <a:lnTo>
                  <a:pt x="3280" y="7897"/>
                </a:lnTo>
                <a:lnTo>
                  <a:pt x="3270" y="7848"/>
                </a:lnTo>
                <a:close/>
                <a:moveTo>
                  <a:pt x="6995" y="3493"/>
                </a:moveTo>
                <a:lnTo>
                  <a:pt x="7053" y="3493"/>
                </a:lnTo>
                <a:lnTo>
                  <a:pt x="7102" y="3512"/>
                </a:lnTo>
                <a:lnTo>
                  <a:pt x="7150" y="3541"/>
                </a:lnTo>
                <a:lnTo>
                  <a:pt x="7199" y="3570"/>
                </a:lnTo>
                <a:lnTo>
                  <a:pt x="7228" y="3619"/>
                </a:lnTo>
                <a:lnTo>
                  <a:pt x="7257" y="3667"/>
                </a:lnTo>
                <a:lnTo>
                  <a:pt x="7277" y="3725"/>
                </a:lnTo>
                <a:lnTo>
                  <a:pt x="7277" y="3774"/>
                </a:lnTo>
                <a:lnTo>
                  <a:pt x="7277" y="4938"/>
                </a:lnTo>
                <a:lnTo>
                  <a:pt x="7277" y="4996"/>
                </a:lnTo>
                <a:lnTo>
                  <a:pt x="7257" y="5054"/>
                </a:lnTo>
                <a:lnTo>
                  <a:pt x="7228" y="5093"/>
                </a:lnTo>
                <a:lnTo>
                  <a:pt x="7199" y="5142"/>
                </a:lnTo>
                <a:lnTo>
                  <a:pt x="7150" y="5181"/>
                </a:lnTo>
                <a:lnTo>
                  <a:pt x="7102" y="5210"/>
                </a:lnTo>
                <a:lnTo>
                  <a:pt x="7053" y="5219"/>
                </a:lnTo>
                <a:lnTo>
                  <a:pt x="6995" y="5229"/>
                </a:lnTo>
                <a:lnTo>
                  <a:pt x="980" y="5229"/>
                </a:lnTo>
                <a:lnTo>
                  <a:pt x="903" y="5219"/>
                </a:lnTo>
                <a:lnTo>
                  <a:pt x="815" y="5200"/>
                </a:lnTo>
                <a:lnTo>
                  <a:pt x="738" y="5161"/>
                </a:lnTo>
                <a:lnTo>
                  <a:pt x="680" y="5103"/>
                </a:lnTo>
                <a:lnTo>
                  <a:pt x="49" y="4463"/>
                </a:lnTo>
                <a:lnTo>
                  <a:pt x="10" y="4414"/>
                </a:lnTo>
                <a:lnTo>
                  <a:pt x="1" y="4366"/>
                </a:lnTo>
                <a:lnTo>
                  <a:pt x="10" y="4307"/>
                </a:lnTo>
                <a:lnTo>
                  <a:pt x="49" y="4249"/>
                </a:lnTo>
                <a:lnTo>
                  <a:pt x="680" y="3609"/>
                </a:lnTo>
                <a:lnTo>
                  <a:pt x="738" y="3560"/>
                </a:lnTo>
                <a:lnTo>
                  <a:pt x="815" y="3522"/>
                </a:lnTo>
                <a:lnTo>
                  <a:pt x="903" y="3502"/>
                </a:lnTo>
                <a:lnTo>
                  <a:pt x="980" y="3493"/>
                </a:lnTo>
                <a:lnTo>
                  <a:pt x="3270" y="3493"/>
                </a:lnTo>
                <a:lnTo>
                  <a:pt x="3270" y="2619"/>
                </a:lnTo>
                <a:lnTo>
                  <a:pt x="4415" y="2619"/>
                </a:lnTo>
                <a:lnTo>
                  <a:pt x="4415" y="3493"/>
                </a:lnTo>
                <a:close/>
              </a:path>
            </a:pathLst>
          </a:custGeom>
          <a:solidFill>
            <a:srgbClr val="EA2E49"/>
          </a:solidFill>
          <a:ln>
            <a:noFill/>
          </a:ln>
        </p:spPr>
        <p:txBody>
          <a:bodyPr wrap="square" lIns="91425" tIns="91425" rIns="91425" bIns="91425" anchor="ctr" anchorCtr="0">
            <a:noAutofit/>
          </a:bodyPr>
          <a:lstStyle/>
          <a:p>
            <a:pPr lvl="0">
              <a:spcBef>
                <a:spcPts val="0"/>
              </a:spcBef>
              <a:buNone/>
            </a:pPr>
            <a:endParaRPr/>
          </a:p>
        </p:txBody>
      </p:sp>
      <p:sp>
        <p:nvSpPr>
          <p:cNvPr id="151" name="Shape 151"/>
          <p:cNvSpPr txBox="1"/>
          <p:nvPr/>
        </p:nvSpPr>
        <p:spPr>
          <a:xfrm>
            <a:off x="277050" y="959875"/>
            <a:ext cx="4767600" cy="3733800"/>
          </a:xfrm>
          <a:prstGeom prst="rect">
            <a:avLst/>
          </a:prstGeom>
          <a:noFill/>
          <a:ln>
            <a:noFill/>
          </a:ln>
        </p:spPr>
        <p:txBody>
          <a:bodyPr wrap="square" lIns="91425" tIns="91425" rIns="91425" bIns="91425" anchor="t" anchorCtr="0">
            <a:noAutofit/>
          </a:bodyPr>
          <a:lstStyle/>
          <a:p>
            <a:pPr lvl="0">
              <a:spcBef>
                <a:spcPts val="0"/>
              </a:spcBef>
              <a:buNone/>
            </a:pPr>
            <a:r>
              <a:rPr lang="en" sz="1800" dirty="0">
                <a:solidFill>
                  <a:srgbClr val="FFFFFF"/>
                </a:solidFill>
                <a:latin typeface="+mn-lt"/>
                <a:ea typeface="Montserrat Light"/>
                <a:cs typeface="Montserrat Light"/>
                <a:sym typeface="Montserrat Light"/>
              </a:rPr>
              <a:t>Adrasha’s location information for businesses, residences, facilities, tourist attractions or anything in the city is an addition to </a:t>
            </a:r>
            <a:r>
              <a:rPr lang="en" sz="1800" dirty="0">
                <a:solidFill>
                  <a:srgbClr val="FFFFFF"/>
                </a:solidFill>
                <a:latin typeface="+mn-lt"/>
                <a:ea typeface="Montserrat Medium"/>
                <a:cs typeface="Montserrat Medium"/>
                <a:sym typeface="Montserrat Medium"/>
              </a:rPr>
              <a:t>public welfare</a:t>
            </a:r>
            <a:r>
              <a:rPr lang="en" sz="1800" dirty="0">
                <a:solidFill>
                  <a:srgbClr val="FFFFFF"/>
                </a:solidFill>
                <a:latin typeface="+mn-lt"/>
                <a:ea typeface="Montserrat Light"/>
                <a:cs typeface="Montserrat Light"/>
                <a:sym typeface="Montserrat Light"/>
              </a:rPr>
              <a:t>. </a:t>
            </a:r>
          </a:p>
          <a:p>
            <a:pPr lvl="0">
              <a:spcBef>
                <a:spcPts val="0"/>
              </a:spcBef>
              <a:buNone/>
            </a:pPr>
            <a:endParaRPr sz="1800" dirty="0">
              <a:solidFill>
                <a:srgbClr val="FFFFFF"/>
              </a:solidFill>
              <a:latin typeface="+mn-lt"/>
              <a:ea typeface="Montserrat Light"/>
              <a:cs typeface="Montserrat Light"/>
              <a:sym typeface="Montserrat Light"/>
            </a:endParaRPr>
          </a:p>
          <a:p>
            <a:pPr lvl="0">
              <a:spcBef>
                <a:spcPts val="0"/>
              </a:spcBef>
              <a:buNone/>
            </a:pPr>
            <a:r>
              <a:rPr lang="en" sz="1800" dirty="0">
                <a:solidFill>
                  <a:srgbClr val="FFFFFF"/>
                </a:solidFill>
                <a:latin typeface="+mn-lt"/>
                <a:ea typeface="Montserrat Light"/>
                <a:cs typeface="Montserrat Light"/>
                <a:sym typeface="Montserrat Light"/>
              </a:rPr>
              <a:t>All users can benefit in finding commercial and public services as well as driving navigation to POIs needed, with real-time traffic information.</a:t>
            </a:r>
          </a:p>
          <a:p>
            <a:pPr lvl="0">
              <a:spcBef>
                <a:spcPts val="0"/>
              </a:spcBef>
              <a:buNone/>
            </a:pPr>
            <a:r>
              <a:rPr lang="en" sz="1800" dirty="0">
                <a:solidFill>
                  <a:srgbClr val="FFFFFF"/>
                </a:solidFill>
                <a:latin typeface="+mn-lt"/>
                <a:ea typeface="Montserrat Light"/>
                <a:cs typeface="Montserrat Light"/>
                <a:sym typeface="Montserrat Light"/>
              </a:rPr>
              <a:t>We are providing data plus logistic services to both clients and customers. </a:t>
            </a:r>
          </a:p>
        </p:txBody>
      </p:sp>
      <p:sp>
        <p:nvSpPr>
          <p:cNvPr id="152" name="Shape 15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rtl="0">
              <a:spcBef>
                <a:spcPts val="0"/>
              </a:spcBef>
              <a:buNone/>
            </a:pPr>
            <a:r>
              <a:rPr lang="en" sz="2400" b="1" dirty="0">
                <a:solidFill>
                  <a:schemeClr val="lt1"/>
                </a:solidFill>
              </a:rPr>
              <a:t>Benefits of Our Application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Shape 182"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183" name="Shape 183"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184" name="Shape 184"/>
          <p:cNvSpPr txBox="1"/>
          <p:nvPr/>
        </p:nvSpPr>
        <p:spPr>
          <a:xfrm>
            <a:off x="195492" y="998652"/>
            <a:ext cx="8841258" cy="3968248"/>
          </a:xfrm>
          <a:prstGeom prst="rect">
            <a:avLst/>
          </a:prstGeom>
          <a:noFill/>
          <a:ln>
            <a:noFill/>
          </a:ln>
        </p:spPr>
        <p:txBody>
          <a:bodyPr wrap="square" lIns="91425" tIns="91425" rIns="91425" bIns="91425" anchor="ctr" anchorCtr="0">
            <a:noAutofit/>
          </a:bodyPr>
          <a:lstStyle/>
          <a:p>
            <a:pPr marL="596900">
              <a:buClr>
                <a:srgbClr val="414141"/>
              </a:buClr>
              <a:buSzPct val="100000"/>
            </a:pPr>
            <a:r>
              <a:rPr lang="en" b="1" dirty="0">
                <a:solidFill>
                  <a:srgbClr val="414141"/>
                </a:solidFill>
              </a:rPr>
              <a:t>Type of Services or applications can be developed with our data and app</a:t>
            </a:r>
          </a:p>
          <a:p>
            <a:pPr marL="596900">
              <a:buClr>
                <a:srgbClr val="414141"/>
              </a:buClr>
              <a:buSzPct val="100000"/>
            </a:pPr>
            <a:endParaRPr lang="en" b="1" dirty="0">
              <a:solidFill>
                <a:srgbClr val="414141"/>
              </a:solidFill>
            </a:endParaRPr>
          </a:p>
          <a:p>
            <a:pPr marL="1371600" lvl="1" indent="-317500">
              <a:buClr>
                <a:srgbClr val="414141"/>
              </a:buClr>
              <a:buSzPct val="100000"/>
              <a:buAutoNum type="romanLcPeriod"/>
            </a:pPr>
            <a:r>
              <a:rPr lang="en" b="1" dirty="0">
                <a:solidFill>
                  <a:srgbClr val="414141"/>
                </a:solidFill>
                <a:highlight>
                  <a:srgbClr val="FFFFFF"/>
                </a:highlight>
              </a:rPr>
              <a:t>Call centers can locate their clients (households) to find where there are shortages and send the contractor or inspector to the right house without having to guess where the house is located</a:t>
            </a:r>
          </a:p>
          <a:p>
            <a:pPr marL="1371600" lvl="1" indent="-317500">
              <a:buClr>
                <a:srgbClr val="414141"/>
              </a:buClr>
              <a:buSzPct val="100000"/>
              <a:buAutoNum type="romanLcPeriod"/>
            </a:pPr>
            <a:endParaRPr lang="en" b="1" dirty="0">
              <a:solidFill>
                <a:srgbClr val="414141"/>
              </a:solidFill>
              <a:highlight>
                <a:srgbClr val="FFFFFF"/>
              </a:highlight>
            </a:endParaRPr>
          </a:p>
          <a:p>
            <a:pPr marL="1371600" lvl="1" indent="-317500">
              <a:buClr>
                <a:srgbClr val="414141"/>
              </a:buClr>
              <a:buSzPct val="100000"/>
              <a:buAutoNum type="romanLcPeriod"/>
            </a:pPr>
            <a:r>
              <a:rPr lang="en" b="1" dirty="0">
                <a:solidFill>
                  <a:srgbClr val="414141"/>
                </a:solidFill>
                <a:highlight>
                  <a:srgbClr val="FFFFFF"/>
                </a:highlight>
              </a:rPr>
              <a:t>Our data can be used to identify areas that experience utility outage like internet outage to identify the cause and quick response. </a:t>
            </a:r>
          </a:p>
          <a:p>
            <a:pPr marL="1371600" lvl="1" indent="-317500">
              <a:buClr>
                <a:srgbClr val="414141"/>
              </a:buClr>
              <a:buSzPct val="100000"/>
              <a:buAutoNum type="romanLcPeriod"/>
            </a:pPr>
            <a:endParaRPr lang="en" b="1" dirty="0">
              <a:solidFill>
                <a:srgbClr val="414141"/>
              </a:solidFill>
              <a:highlight>
                <a:srgbClr val="FFFFFF"/>
              </a:highlight>
            </a:endParaRPr>
          </a:p>
          <a:p>
            <a:pPr marL="1371600" lvl="1" indent="-317500">
              <a:buClr>
                <a:srgbClr val="414141"/>
              </a:buClr>
              <a:buSzPct val="100000"/>
              <a:buAutoNum type="romanLcPeriod"/>
            </a:pPr>
            <a:r>
              <a:rPr lang="en" b="1" dirty="0">
                <a:solidFill>
                  <a:srgbClr val="414141"/>
                </a:solidFill>
                <a:highlight>
                  <a:srgbClr val="FFFFFF"/>
                </a:highlight>
              </a:rPr>
              <a:t>We can develop a database for all assets that will be used to track where their assets are located and the condition of the assets</a:t>
            </a:r>
          </a:p>
          <a:p>
            <a:pPr marL="1371600" lvl="1" indent="-317500">
              <a:buClr>
                <a:srgbClr val="414141"/>
              </a:buClr>
              <a:buSzPct val="100000"/>
              <a:buAutoNum type="romanLcPeriod"/>
            </a:pPr>
            <a:endParaRPr lang="en" b="1" dirty="0">
              <a:solidFill>
                <a:srgbClr val="414141"/>
              </a:solidFill>
              <a:highlight>
                <a:srgbClr val="FFFFFF"/>
              </a:highlight>
            </a:endParaRPr>
          </a:p>
          <a:p>
            <a:pPr marL="1371600" lvl="1" indent="-317500">
              <a:buClr>
                <a:srgbClr val="414141"/>
              </a:buClr>
              <a:buSzPct val="100000"/>
              <a:buAutoNum type="romanLcPeriod"/>
            </a:pPr>
            <a:r>
              <a:rPr lang="en" b="1" dirty="0">
                <a:solidFill>
                  <a:srgbClr val="414141"/>
                </a:solidFill>
                <a:highlight>
                  <a:srgbClr val="FFFFFF"/>
                </a:highlight>
              </a:rPr>
              <a:t>Identify houses that are under government rental houses and find which houses need repairs and which houses are up for rental</a:t>
            </a:r>
          </a:p>
        </p:txBody>
      </p:sp>
      <p:sp>
        <p:nvSpPr>
          <p:cNvPr id="185" name="Shape 185"/>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rtl="0">
              <a:spcBef>
                <a:spcPts val="0"/>
              </a:spcBef>
              <a:buNone/>
            </a:pPr>
            <a:r>
              <a:rPr lang="en" sz="2400" b="1">
                <a:solidFill>
                  <a:schemeClr val="lt1"/>
                </a:solidFill>
              </a:rPr>
              <a:t>Benefits of Our Application &amp; Data  </a:t>
            </a:r>
          </a:p>
        </p:txBody>
      </p:sp>
    </p:spTree>
    <p:extLst>
      <p:ext uri="{BB962C8B-B14F-4D97-AF65-F5344CB8AC3E}">
        <p14:creationId xmlns:p14="http://schemas.microsoft.com/office/powerpoint/2010/main" val="2070443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Shape 173"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174" name="Shape 174"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175" name="Shape 175"/>
          <p:cNvSpPr txBox="1"/>
          <p:nvPr/>
        </p:nvSpPr>
        <p:spPr>
          <a:xfrm>
            <a:off x="1398925" y="240225"/>
            <a:ext cx="5949000" cy="480300"/>
          </a:xfrm>
          <a:prstGeom prst="rect">
            <a:avLst/>
          </a:prstGeom>
          <a:noFill/>
          <a:ln>
            <a:noFill/>
          </a:ln>
        </p:spPr>
        <p:txBody>
          <a:bodyPr wrap="square" lIns="91425" tIns="91425" rIns="91425" bIns="91425" anchor="t" anchorCtr="0">
            <a:noAutofit/>
          </a:bodyPr>
          <a:lstStyle/>
          <a:p>
            <a:pPr lvl="0">
              <a:spcBef>
                <a:spcPts val="0"/>
              </a:spcBef>
              <a:buNone/>
            </a:pPr>
            <a:endParaRPr/>
          </a:p>
        </p:txBody>
      </p:sp>
      <p:sp>
        <p:nvSpPr>
          <p:cNvPr id="176" name="Shape 176"/>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rtl="0">
              <a:spcBef>
                <a:spcPts val="0"/>
              </a:spcBef>
              <a:buNone/>
            </a:pPr>
            <a:r>
              <a:rPr lang="en" sz="2400" b="1">
                <a:solidFill>
                  <a:schemeClr val="lt1"/>
                </a:solidFill>
              </a:rPr>
              <a:t>Possibilities of our data use  </a:t>
            </a:r>
          </a:p>
        </p:txBody>
      </p:sp>
      <p:sp>
        <p:nvSpPr>
          <p:cNvPr id="177" name="Shape 177"/>
          <p:cNvSpPr txBox="1"/>
          <p:nvPr/>
        </p:nvSpPr>
        <p:spPr>
          <a:xfrm>
            <a:off x="1003275" y="1069400"/>
            <a:ext cx="6598800" cy="3664200"/>
          </a:xfrm>
          <a:prstGeom prst="rect">
            <a:avLst/>
          </a:prstGeom>
          <a:noFill/>
          <a:ln>
            <a:noFill/>
          </a:ln>
        </p:spPr>
        <p:txBody>
          <a:bodyPr wrap="square" lIns="91425" tIns="91425" rIns="91425" bIns="91425" anchor="t" anchorCtr="0">
            <a:noAutofit/>
          </a:bodyPr>
          <a:lstStyle/>
          <a:p>
            <a:pPr lvl="0" rtl="0">
              <a:spcBef>
                <a:spcPts val="0"/>
              </a:spcBef>
              <a:buNone/>
            </a:pPr>
            <a:r>
              <a:rPr lang="en" sz="1700" b="1" dirty="0">
                <a:solidFill>
                  <a:schemeClr val="dk2"/>
                </a:solidFill>
              </a:rPr>
              <a:t>Emergency</a:t>
            </a:r>
            <a:r>
              <a:rPr lang="en" sz="1700" dirty="0">
                <a:solidFill>
                  <a:schemeClr val="dk2"/>
                </a:solidFill>
              </a:rPr>
              <a:t> -</a:t>
            </a:r>
            <a:r>
              <a:rPr lang="en" sz="1700" b="1" dirty="0">
                <a:solidFill>
                  <a:schemeClr val="dk2"/>
                </a:solidFill>
              </a:rPr>
              <a:t>Route Optimization for emergency management agencies</a:t>
            </a:r>
          </a:p>
          <a:p>
            <a:pPr marL="457200" lvl="0" indent="-336550" rtl="0">
              <a:spcBef>
                <a:spcPts val="0"/>
              </a:spcBef>
              <a:spcAft>
                <a:spcPts val="0"/>
              </a:spcAft>
              <a:buClr>
                <a:schemeClr val="dk2"/>
              </a:buClr>
              <a:buSzPct val="100000"/>
              <a:buChar char="-"/>
            </a:pPr>
            <a:r>
              <a:rPr lang="en" sz="1700" dirty="0">
                <a:solidFill>
                  <a:schemeClr val="dk2"/>
                </a:solidFill>
              </a:rPr>
              <a:t>Determining locations as well as best route for getting to fire emergencies  </a:t>
            </a:r>
          </a:p>
          <a:p>
            <a:pPr marL="457200" lvl="0" indent="-336550" rtl="0">
              <a:spcBef>
                <a:spcPts val="0"/>
              </a:spcBef>
              <a:buClr>
                <a:schemeClr val="dk2"/>
              </a:buClr>
              <a:buSzPct val="100000"/>
              <a:buChar char="-"/>
            </a:pPr>
            <a:r>
              <a:rPr lang="en" sz="1700" dirty="0">
                <a:solidFill>
                  <a:schemeClr val="dk2"/>
                </a:solidFill>
              </a:rPr>
              <a:t>Ambulance services for hospitals </a:t>
            </a:r>
          </a:p>
          <a:p>
            <a:pPr lvl="0" rtl="0">
              <a:spcBef>
                <a:spcPts val="0"/>
              </a:spcBef>
              <a:buNone/>
            </a:pPr>
            <a:endParaRPr sz="1700" dirty="0">
              <a:solidFill>
                <a:schemeClr val="dk2"/>
              </a:solidFill>
            </a:endParaRPr>
          </a:p>
          <a:p>
            <a:pPr lvl="0">
              <a:spcBef>
                <a:spcPts val="0"/>
              </a:spcBef>
              <a:buNone/>
            </a:pPr>
            <a:r>
              <a:rPr lang="en" sz="1700" b="1" dirty="0">
                <a:solidFill>
                  <a:schemeClr val="dk2"/>
                </a:solidFill>
              </a:rPr>
              <a:t>Utilities Based services -</a:t>
            </a:r>
            <a:r>
              <a:rPr lang="en" sz="1700" dirty="0">
                <a:solidFill>
                  <a:schemeClr val="dk2"/>
                </a:solidFill>
              </a:rPr>
              <a:t> </a:t>
            </a:r>
            <a:r>
              <a:rPr lang="en" sz="1700" dirty="0">
                <a:solidFill>
                  <a:srgbClr val="FF0000"/>
                </a:solidFill>
              </a:rPr>
              <a:t>Assist tracking in water leakage and problems ….and electrical issues For instance for Addis Ababa Water Authority and The ELPA </a:t>
            </a:r>
          </a:p>
          <a:p>
            <a:pPr lvl="0" rtl="0">
              <a:spcBef>
                <a:spcPts val="0"/>
              </a:spcBef>
              <a:buNone/>
            </a:pPr>
            <a:endParaRPr sz="1700" dirty="0">
              <a:solidFill>
                <a:srgbClr val="FF0000"/>
              </a:solidFill>
            </a:endParaRPr>
          </a:p>
          <a:p>
            <a:pPr lvl="0" rtl="0">
              <a:lnSpc>
                <a:spcPct val="115000"/>
              </a:lnSpc>
              <a:spcBef>
                <a:spcPts val="0"/>
              </a:spcBef>
              <a:buNone/>
            </a:pPr>
            <a:r>
              <a:rPr lang="en" sz="1700" b="1" dirty="0">
                <a:solidFill>
                  <a:schemeClr val="dk2"/>
                </a:solidFill>
              </a:rPr>
              <a:t>Logistic/shipping and tourism markets</a:t>
            </a:r>
            <a:r>
              <a:rPr lang="en" sz="1700" dirty="0">
                <a:solidFill>
                  <a:schemeClr val="dk2"/>
                </a:solidFill>
              </a:rPr>
              <a:t>- Improving local delivery by the Ethiopian Post Office, DHL, FedEx or Local Shipping EMS and Ethiopian tourism agency.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Shape 173"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174" name="Shape 174"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175" name="Shape 175"/>
          <p:cNvSpPr txBox="1"/>
          <p:nvPr/>
        </p:nvSpPr>
        <p:spPr>
          <a:xfrm>
            <a:off x="1398925" y="240225"/>
            <a:ext cx="5949000" cy="480300"/>
          </a:xfrm>
          <a:prstGeom prst="rect">
            <a:avLst/>
          </a:prstGeom>
          <a:noFill/>
          <a:ln>
            <a:noFill/>
          </a:ln>
        </p:spPr>
        <p:txBody>
          <a:bodyPr wrap="square" lIns="91425" tIns="91425" rIns="91425" bIns="91425" anchor="t" anchorCtr="0">
            <a:noAutofit/>
          </a:bodyPr>
          <a:lstStyle/>
          <a:p>
            <a:pPr lvl="0">
              <a:spcBef>
                <a:spcPts val="0"/>
              </a:spcBef>
              <a:buNone/>
            </a:pPr>
            <a:endParaRPr/>
          </a:p>
        </p:txBody>
      </p:sp>
      <p:sp>
        <p:nvSpPr>
          <p:cNvPr id="176" name="Shape 176"/>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rtl="0">
              <a:spcBef>
                <a:spcPts val="0"/>
              </a:spcBef>
              <a:buNone/>
            </a:pPr>
            <a:r>
              <a:rPr lang="en" sz="2400" b="1" dirty="0">
                <a:solidFill>
                  <a:schemeClr val="lt1"/>
                </a:solidFill>
              </a:rPr>
              <a:t>Competition</a:t>
            </a: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9440" y="1986092"/>
            <a:ext cx="1132846" cy="1132846"/>
          </a:xfrm>
          <a:prstGeom prst="rect">
            <a:avLst/>
          </a:prstGeom>
        </p:spPr>
      </p:pic>
      <p:pic>
        <p:nvPicPr>
          <p:cNvPr id="6" name="Picture 5"/>
          <p:cNvPicPr>
            <a:picLocks noChangeAspect="1"/>
          </p:cNvPicPr>
          <p:nvPr/>
        </p:nvPicPr>
        <p:blipFill>
          <a:blip r:embed="rId6"/>
          <a:stretch>
            <a:fillRect/>
          </a:stretch>
        </p:blipFill>
        <p:spPr>
          <a:xfrm>
            <a:off x="4194811" y="2248742"/>
            <a:ext cx="795370" cy="795370"/>
          </a:xfrm>
          <a:prstGeom prst="rect">
            <a:avLst/>
          </a:prstGeom>
        </p:spPr>
      </p:pic>
      <p:pic>
        <p:nvPicPr>
          <p:cNvPr id="8" name="Picture 7"/>
          <p:cNvPicPr>
            <a:picLocks noChangeAspect="1"/>
          </p:cNvPicPr>
          <p:nvPr/>
        </p:nvPicPr>
        <p:blipFill>
          <a:blip r:embed="rId7"/>
          <a:stretch>
            <a:fillRect/>
          </a:stretch>
        </p:blipFill>
        <p:spPr>
          <a:xfrm>
            <a:off x="6142706" y="2520237"/>
            <a:ext cx="781050" cy="523875"/>
          </a:xfrm>
          <a:prstGeom prst="rect">
            <a:avLst/>
          </a:prstGeom>
        </p:spPr>
      </p:pic>
      <p:sp>
        <p:nvSpPr>
          <p:cNvPr id="9" name="TextBox 8"/>
          <p:cNvSpPr txBox="1"/>
          <p:nvPr/>
        </p:nvSpPr>
        <p:spPr>
          <a:xfrm>
            <a:off x="1480905" y="3118938"/>
            <a:ext cx="6345097" cy="307777"/>
          </a:xfrm>
          <a:prstGeom prst="rect">
            <a:avLst/>
          </a:prstGeom>
          <a:noFill/>
        </p:spPr>
        <p:txBody>
          <a:bodyPr wrap="square" rtlCol="0">
            <a:spAutoFit/>
          </a:bodyPr>
          <a:lstStyle/>
          <a:p>
            <a:r>
              <a:rPr lang="en-US" dirty="0"/>
              <a:t>Google Map	                AddisMap.com                   </a:t>
            </a:r>
            <a:r>
              <a:rPr lang="en-US" dirty="0" err="1"/>
              <a:t>Zuret</a:t>
            </a:r>
            <a:r>
              <a:rPr lang="en-US" dirty="0"/>
              <a:t> App</a:t>
            </a:r>
          </a:p>
        </p:txBody>
      </p:sp>
    </p:spTree>
    <p:extLst>
      <p:ext uri="{BB962C8B-B14F-4D97-AF65-F5344CB8AC3E}">
        <p14:creationId xmlns:p14="http://schemas.microsoft.com/office/powerpoint/2010/main" val="2012716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Shape 198"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199" name="Shape 199"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200" name="Shape 200"/>
          <p:cNvSpPr txBox="1"/>
          <p:nvPr/>
        </p:nvSpPr>
        <p:spPr>
          <a:xfrm>
            <a:off x="862200" y="1013500"/>
            <a:ext cx="7841700" cy="3975300"/>
          </a:xfrm>
          <a:prstGeom prst="rect">
            <a:avLst/>
          </a:prstGeom>
          <a:noFill/>
          <a:ln>
            <a:noFill/>
          </a:ln>
        </p:spPr>
        <p:txBody>
          <a:bodyPr wrap="square" lIns="91425" tIns="91425" rIns="91425" bIns="91425" anchor="t" anchorCtr="0">
            <a:noAutofit/>
          </a:bodyPr>
          <a:lstStyle/>
          <a:p>
            <a:pPr marL="457200" lvl="0" indent="-336550" rtl="0">
              <a:spcBef>
                <a:spcPts val="0"/>
              </a:spcBef>
              <a:buClr>
                <a:schemeClr val="dk2"/>
              </a:buClr>
              <a:buSzPct val="100000"/>
              <a:buChar char="●"/>
            </a:pPr>
            <a:r>
              <a:rPr lang="en-US" sz="1700" dirty="0">
                <a:solidFill>
                  <a:schemeClr val="dk2"/>
                </a:solidFill>
              </a:rPr>
              <a:t>Contact</a:t>
            </a:r>
          </a:p>
          <a:p>
            <a:pPr marL="457200" lvl="0" indent="-336550" rtl="0">
              <a:spcBef>
                <a:spcPts val="0"/>
              </a:spcBef>
              <a:buClr>
                <a:schemeClr val="dk2"/>
              </a:buClr>
              <a:buSzPct val="100000"/>
              <a:buChar char="●"/>
            </a:pPr>
            <a:endParaRPr lang="en-US" sz="1700" dirty="0">
              <a:solidFill>
                <a:schemeClr val="dk2"/>
              </a:solidFill>
            </a:endParaRPr>
          </a:p>
          <a:p>
            <a:pPr marL="120650" lvl="1">
              <a:buClr>
                <a:schemeClr val="dk2"/>
              </a:buClr>
              <a:buSzPct val="100000"/>
            </a:pPr>
            <a:r>
              <a:rPr lang="en-US" sz="1700" dirty="0">
                <a:solidFill>
                  <a:schemeClr val="dk2"/>
                </a:solidFill>
              </a:rPr>
              <a:t>Tewodros Hailegeberel</a:t>
            </a:r>
          </a:p>
          <a:p>
            <a:pPr marL="120650" lvl="1">
              <a:buClr>
                <a:schemeClr val="dk2"/>
              </a:buClr>
              <a:buSzPct val="100000"/>
            </a:pPr>
            <a:r>
              <a:rPr lang="en-US" sz="1700" dirty="0">
                <a:solidFill>
                  <a:schemeClr val="bg2"/>
                </a:solidFill>
              </a:rPr>
              <a:t>E-Mail: </a:t>
            </a:r>
            <a:r>
              <a:rPr lang="en-US" sz="1700" dirty="0">
                <a:solidFill>
                  <a:schemeClr val="dk2"/>
                </a:solidFill>
                <a:hlinkClick r:id="rId5"/>
              </a:rPr>
              <a:t>t.Hailegeberel@eadrasha.com</a:t>
            </a:r>
            <a:endParaRPr lang="en-US" sz="1700" dirty="0">
              <a:solidFill>
                <a:schemeClr val="dk2"/>
              </a:solidFill>
            </a:endParaRPr>
          </a:p>
          <a:p>
            <a:pPr marL="120650" lvl="1">
              <a:buClr>
                <a:schemeClr val="dk2"/>
              </a:buClr>
              <a:buSzPct val="100000"/>
            </a:pPr>
            <a:r>
              <a:rPr lang="en-US" sz="1700" dirty="0">
                <a:solidFill>
                  <a:schemeClr val="dk2"/>
                </a:solidFill>
              </a:rPr>
              <a:t>US Phone: +1 240-483-2461</a:t>
            </a:r>
          </a:p>
          <a:p>
            <a:pPr marL="120650" lvl="1">
              <a:buClr>
                <a:schemeClr val="dk2"/>
              </a:buClr>
              <a:buSzPct val="100000"/>
            </a:pPr>
            <a:r>
              <a:rPr lang="en-US" sz="1700" dirty="0">
                <a:solidFill>
                  <a:schemeClr val="dk2"/>
                </a:solidFill>
              </a:rPr>
              <a:t>Ethiopia Phone: +251 929 123944</a:t>
            </a:r>
          </a:p>
          <a:p>
            <a:pPr marL="120650" lvl="1">
              <a:buClr>
                <a:schemeClr val="dk2"/>
              </a:buClr>
              <a:buSzPct val="100000"/>
            </a:pPr>
            <a:endParaRPr lang="en-US" sz="1700" dirty="0">
              <a:solidFill>
                <a:schemeClr val="dk2"/>
              </a:solidFill>
            </a:endParaRPr>
          </a:p>
        </p:txBody>
      </p:sp>
      <p:sp>
        <p:nvSpPr>
          <p:cNvPr id="201" name="Shape 201"/>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rtl="0">
              <a:spcBef>
                <a:spcPts val="0"/>
              </a:spcBef>
              <a:buNone/>
            </a:pPr>
            <a:endParaRPr lang="en" sz="2400" b="1" dirty="0">
              <a:solidFill>
                <a:schemeClr val="lt1"/>
              </a:solidFill>
            </a:endParaRPr>
          </a:p>
        </p:txBody>
      </p:sp>
    </p:spTree>
    <p:extLst>
      <p:ext uri="{BB962C8B-B14F-4D97-AF65-F5344CB8AC3E}">
        <p14:creationId xmlns:p14="http://schemas.microsoft.com/office/powerpoint/2010/main" val="3603453812"/>
      </p:ext>
    </p:extLst>
  </p:cSld>
  <p:clrMapOvr>
    <a:masterClrMapping/>
  </p:clrMapOvr>
</p:sld>
</file>

<file path=ppt/theme/theme1.xml><?xml version="1.0" encoding="utf-8"?>
<a:theme xmlns:a="http://schemas.openxmlformats.org/drawingml/2006/main"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F9D58"/>
      </a:accent4>
      <a:accent5>
        <a:srgbClr val="01AFD1"/>
      </a:accent5>
      <a:accent6>
        <a:srgbClr val="9C27B0"/>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TotalTime>
  <Words>1170</Words>
  <Application>Microsoft Office PowerPoint</Application>
  <PresentationFormat>On-screen Show (16:9)</PresentationFormat>
  <Paragraphs>132</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Montserrat SemiBold</vt:lpstr>
      <vt:lpstr>Montserrat Medium</vt:lpstr>
      <vt:lpstr>Montserrat Light</vt:lpstr>
      <vt:lpstr>Oswald</vt:lpstr>
      <vt:lpstr>Montserrat</vt:lpstr>
      <vt:lpstr>Arial</vt:lpstr>
      <vt:lpstr>Playfair Display</vt:lpstr>
      <vt:lpstr>Pop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Hailegeberel, Teddy</dc:creator>
  <cp:lastModifiedBy>Hailegeberel, Teddy</cp:lastModifiedBy>
  <cp:revision>34</cp:revision>
  <dcterms:modified xsi:type="dcterms:W3CDTF">2018-01-30T02:15:37Z</dcterms:modified>
</cp:coreProperties>
</file>